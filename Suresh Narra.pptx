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21" d="100"/>
          <a:sy n="121" d="100"/>
        </p:scale>
        <p:origin x="90" y="323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esh Narra" userId="fcc1da96-aada-47f5-9720-7954c40fe31d" providerId="ADAL" clId="{65E78D39-C2FF-4ADE-94A6-C5FF874163FD}"/>
    <pc:docChg chg="undo redo custSel modSld">
      <pc:chgData name="Suresh Narra" userId="fcc1da96-aada-47f5-9720-7954c40fe31d" providerId="ADAL" clId="{65E78D39-C2FF-4ADE-94A6-C5FF874163FD}" dt="2023-05-12T08:40:28.504" v="28" actId="20577"/>
      <pc:docMkLst>
        <pc:docMk/>
      </pc:docMkLst>
      <pc:sldChg chg="modSp mod">
        <pc:chgData name="Suresh Narra" userId="fcc1da96-aada-47f5-9720-7954c40fe31d" providerId="ADAL" clId="{65E78D39-C2FF-4ADE-94A6-C5FF874163FD}" dt="2023-05-12T08:40:28.504" v="28" actId="20577"/>
        <pc:sldMkLst>
          <pc:docMk/>
          <pc:sldMk cId="1238561041" sldId="256"/>
        </pc:sldMkLst>
        <pc:spChg chg="mod">
          <ac:chgData name="Suresh Narra" userId="fcc1da96-aada-47f5-9720-7954c40fe31d" providerId="ADAL" clId="{65E78D39-C2FF-4ADE-94A6-C5FF874163FD}" dt="2023-05-12T08:40:19.127" v="21" actId="1076"/>
          <ac:spMkLst>
            <pc:docMk/>
            <pc:sldMk cId="1238561041" sldId="256"/>
            <ac:spMk id="24" creationId="{54880E9D-782D-4F86-863B-E092171C9C7E}"/>
          </ac:spMkLst>
        </pc:spChg>
        <pc:spChg chg="mod">
          <ac:chgData name="Suresh Narra" userId="fcc1da96-aada-47f5-9720-7954c40fe31d" providerId="ADAL" clId="{65E78D39-C2FF-4ADE-94A6-C5FF874163FD}" dt="2023-05-12T08:40:28.504" v="28" actId="20577"/>
          <ac:spMkLst>
            <pc:docMk/>
            <pc:sldMk cId="1238561041" sldId="256"/>
            <ac:spMk id="26" creationId="{7C2F1080-C7F4-4F1C-A610-E29F56BE27AE}"/>
          </ac:spMkLst>
        </pc:spChg>
        <pc:spChg chg="mod">
          <ac:chgData name="Suresh Narra" userId="fcc1da96-aada-47f5-9720-7954c40fe31d" providerId="ADAL" clId="{65E78D39-C2FF-4ADE-94A6-C5FF874163FD}" dt="2023-05-12T08:39:55.793" v="12"/>
          <ac:spMkLst>
            <pc:docMk/>
            <pc:sldMk cId="1238561041" sldId="256"/>
            <ac:spMk id="29" creationId="{7359A020-2A16-4BE4-97CA-F75E9C4179FC}"/>
          </ac:spMkLst>
        </pc:spChg>
        <pc:spChg chg="mod">
          <ac:chgData name="Suresh Narra" userId="fcc1da96-aada-47f5-9720-7954c40fe31d" providerId="ADAL" clId="{65E78D39-C2FF-4ADE-94A6-C5FF874163FD}" dt="2023-05-12T08:40:19.799" v="22" actId="1076"/>
          <ac:spMkLst>
            <pc:docMk/>
            <pc:sldMk cId="1238561041" sldId="256"/>
            <ac:spMk id="31" creationId="{CB788E3C-9989-4C6E-AECE-50DD0AC1E761}"/>
          </ac:spMkLst>
        </pc:spChg>
      </pc:sldChg>
    </pc:docChg>
  </pc:docChgLst>
  <pc:docChgLst>
    <pc:chgData name="Suresh Narra" userId="fcc1da96-aada-47f5-9720-7954c40fe31d" providerId="ADAL" clId="{3B0DC82E-36C2-4E19-84F0-6671449CE435}"/>
    <pc:docChg chg="undo custSel modSld">
      <pc:chgData name="Suresh Narra" userId="fcc1da96-aada-47f5-9720-7954c40fe31d" providerId="ADAL" clId="{3B0DC82E-36C2-4E19-84F0-6671449CE435}" dt="2022-08-09T11:10:13.576" v="7" actId="1076"/>
      <pc:docMkLst>
        <pc:docMk/>
      </pc:docMkLst>
      <pc:sldChg chg="modSp mod">
        <pc:chgData name="Suresh Narra" userId="fcc1da96-aada-47f5-9720-7954c40fe31d" providerId="ADAL" clId="{3B0DC82E-36C2-4E19-84F0-6671449CE435}" dt="2022-08-09T11:10:13.576" v="7" actId="1076"/>
        <pc:sldMkLst>
          <pc:docMk/>
          <pc:sldMk cId="1238561041" sldId="256"/>
        </pc:sldMkLst>
        <pc:spChg chg="mod">
          <ac:chgData name="Suresh Narra" userId="fcc1da96-aada-47f5-9720-7954c40fe31d" providerId="ADAL" clId="{3B0DC82E-36C2-4E19-84F0-6671449CE435}" dt="2022-08-09T11:10:04.087" v="6" actId="20577"/>
          <ac:spMkLst>
            <pc:docMk/>
            <pc:sldMk cId="1238561041" sldId="256"/>
            <ac:spMk id="31" creationId="{CB788E3C-9989-4C6E-AECE-50DD0AC1E761}"/>
          </ac:spMkLst>
        </pc:spChg>
        <pc:picChg chg="mod">
          <ac:chgData name="Suresh Narra" userId="fcc1da96-aada-47f5-9720-7954c40fe31d" providerId="ADAL" clId="{3B0DC82E-36C2-4E19-84F0-6671449CE435}" dt="2022-08-09T11:10:13.576" v="7" actId="1076"/>
          <ac:picMkLst>
            <pc:docMk/>
            <pc:sldMk cId="1238561041" sldId="256"/>
            <ac:picMk id="41" creationId="{4278FD1D-14EA-4DD9-A9AA-06EBE1C013ED}"/>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FD459-0F06-4BBE-8FBD-866636C172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0EB6EEE7-65AA-41FA-920F-C7444C06F5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D172062-ACA4-4097-A1C1-E527BC8DFFF6}"/>
              </a:ext>
            </a:extLst>
          </p:cNvPr>
          <p:cNvSpPr>
            <a:spLocks noGrp="1"/>
          </p:cNvSpPr>
          <p:nvPr>
            <p:ph type="dt" sz="half" idx="10"/>
          </p:nvPr>
        </p:nvSpPr>
        <p:spPr/>
        <p:txBody>
          <a:bodyPr/>
          <a:lstStyle/>
          <a:p>
            <a:fld id="{E9C89D63-B5F4-41D9-BF36-D8AA50F08B6E}" type="datetimeFigureOut">
              <a:rPr lang="en-GB" smtClean="0"/>
              <a:t>12/05/2023</a:t>
            </a:fld>
            <a:endParaRPr lang="en-GB"/>
          </a:p>
        </p:txBody>
      </p:sp>
      <p:sp>
        <p:nvSpPr>
          <p:cNvPr id="5" name="Footer Placeholder 4">
            <a:extLst>
              <a:ext uri="{FF2B5EF4-FFF2-40B4-BE49-F238E27FC236}">
                <a16:creationId xmlns:a16="http://schemas.microsoft.com/office/drawing/2014/main" id="{72895B48-6648-4808-A883-BC755F79563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8A999B2-F0CA-4E1C-B3C1-82E738519F15}"/>
              </a:ext>
            </a:extLst>
          </p:cNvPr>
          <p:cNvSpPr>
            <a:spLocks noGrp="1"/>
          </p:cNvSpPr>
          <p:nvPr>
            <p:ph type="sldNum" sz="quarter" idx="12"/>
          </p:nvPr>
        </p:nvSpPr>
        <p:spPr/>
        <p:txBody>
          <a:bodyPr/>
          <a:lstStyle/>
          <a:p>
            <a:fld id="{28153353-CE6D-427E-AAFC-55D4A8F288D6}" type="slidenum">
              <a:rPr lang="en-GB" smtClean="0"/>
              <a:t>‹#›</a:t>
            </a:fld>
            <a:endParaRPr lang="en-GB"/>
          </a:p>
        </p:txBody>
      </p:sp>
    </p:spTree>
    <p:extLst>
      <p:ext uri="{BB962C8B-B14F-4D97-AF65-F5344CB8AC3E}">
        <p14:creationId xmlns:p14="http://schemas.microsoft.com/office/powerpoint/2010/main" val="18944001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23A-9AA8-46F7-99DE-F309FD7E82A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F83455C4-5F1C-4BBE-B031-C6F914713B6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E406F52-764D-4F8F-9F42-0310159995C8}"/>
              </a:ext>
            </a:extLst>
          </p:cNvPr>
          <p:cNvSpPr>
            <a:spLocks noGrp="1"/>
          </p:cNvSpPr>
          <p:nvPr>
            <p:ph type="dt" sz="half" idx="10"/>
          </p:nvPr>
        </p:nvSpPr>
        <p:spPr/>
        <p:txBody>
          <a:bodyPr/>
          <a:lstStyle/>
          <a:p>
            <a:fld id="{E9C89D63-B5F4-41D9-BF36-D8AA50F08B6E}" type="datetimeFigureOut">
              <a:rPr lang="en-GB" smtClean="0"/>
              <a:t>12/05/2023</a:t>
            </a:fld>
            <a:endParaRPr lang="en-GB"/>
          </a:p>
        </p:txBody>
      </p:sp>
      <p:sp>
        <p:nvSpPr>
          <p:cNvPr id="5" name="Footer Placeholder 4">
            <a:extLst>
              <a:ext uri="{FF2B5EF4-FFF2-40B4-BE49-F238E27FC236}">
                <a16:creationId xmlns:a16="http://schemas.microsoft.com/office/drawing/2014/main" id="{E246758F-D82B-4590-828B-4D4C41C1F96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C04CD6A-C546-46EF-905C-3AF29B9AB254}"/>
              </a:ext>
            </a:extLst>
          </p:cNvPr>
          <p:cNvSpPr>
            <a:spLocks noGrp="1"/>
          </p:cNvSpPr>
          <p:nvPr>
            <p:ph type="sldNum" sz="quarter" idx="12"/>
          </p:nvPr>
        </p:nvSpPr>
        <p:spPr/>
        <p:txBody>
          <a:bodyPr/>
          <a:lstStyle/>
          <a:p>
            <a:fld id="{28153353-CE6D-427E-AAFC-55D4A8F288D6}" type="slidenum">
              <a:rPr lang="en-GB" smtClean="0"/>
              <a:t>‹#›</a:t>
            </a:fld>
            <a:endParaRPr lang="en-GB"/>
          </a:p>
        </p:txBody>
      </p:sp>
    </p:spTree>
    <p:extLst>
      <p:ext uri="{BB962C8B-B14F-4D97-AF65-F5344CB8AC3E}">
        <p14:creationId xmlns:p14="http://schemas.microsoft.com/office/powerpoint/2010/main" val="10009476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3CA72B-8E60-449C-BF4B-455E9F0A689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81A30790-3E87-4AF2-85AF-1E6C5471FA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73B9235-F62A-4EE8-A524-FF05EE7B51C0}"/>
              </a:ext>
            </a:extLst>
          </p:cNvPr>
          <p:cNvSpPr>
            <a:spLocks noGrp="1"/>
          </p:cNvSpPr>
          <p:nvPr>
            <p:ph type="dt" sz="half" idx="10"/>
          </p:nvPr>
        </p:nvSpPr>
        <p:spPr/>
        <p:txBody>
          <a:bodyPr/>
          <a:lstStyle/>
          <a:p>
            <a:fld id="{E9C89D63-B5F4-41D9-BF36-D8AA50F08B6E}" type="datetimeFigureOut">
              <a:rPr lang="en-GB" smtClean="0"/>
              <a:t>12/05/2023</a:t>
            </a:fld>
            <a:endParaRPr lang="en-GB"/>
          </a:p>
        </p:txBody>
      </p:sp>
      <p:sp>
        <p:nvSpPr>
          <p:cNvPr id="5" name="Footer Placeholder 4">
            <a:extLst>
              <a:ext uri="{FF2B5EF4-FFF2-40B4-BE49-F238E27FC236}">
                <a16:creationId xmlns:a16="http://schemas.microsoft.com/office/drawing/2014/main" id="{DE2A8A8E-E6E5-4279-9F08-AD34FC54B5D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575584-B5FC-47DE-9F9F-0E1A972CA9B2}"/>
              </a:ext>
            </a:extLst>
          </p:cNvPr>
          <p:cNvSpPr>
            <a:spLocks noGrp="1"/>
          </p:cNvSpPr>
          <p:nvPr>
            <p:ph type="sldNum" sz="quarter" idx="12"/>
          </p:nvPr>
        </p:nvSpPr>
        <p:spPr/>
        <p:txBody>
          <a:bodyPr/>
          <a:lstStyle/>
          <a:p>
            <a:fld id="{28153353-CE6D-427E-AAFC-55D4A8F288D6}" type="slidenum">
              <a:rPr lang="en-GB" smtClean="0"/>
              <a:t>‹#›</a:t>
            </a:fld>
            <a:endParaRPr lang="en-GB"/>
          </a:p>
        </p:txBody>
      </p:sp>
    </p:spTree>
    <p:extLst>
      <p:ext uri="{BB962C8B-B14F-4D97-AF65-F5344CB8AC3E}">
        <p14:creationId xmlns:p14="http://schemas.microsoft.com/office/powerpoint/2010/main" val="196220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78523C-4870-4EB7-ADAA-1563C69221E9}"/>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AA1CC73-A8E0-4CFE-83F4-3B0E472BC54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C30DCCBD-5CE4-42DD-8E03-C97B4D05A5D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D9CA16F9-5A4F-4893-A50A-13F016A0C2D7}"/>
              </a:ext>
            </a:extLst>
          </p:cNvPr>
          <p:cNvSpPr>
            <a:spLocks noGrp="1"/>
          </p:cNvSpPr>
          <p:nvPr>
            <p:ph type="dt" sz="half" idx="10"/>
          </p:nvPr>
        </p:nvSpPr>
        <p:spPr/>
        <p:txBody>
          <a:bodyPr/>
          <a:lstStyle/>
          <a:p>
            <a:fld id="{E9C89D63-B5F4-41D9-BF36-D8AA50F08B6E}" type="datetimeFigureOut">
              <a:rPr lang="en-GB" smtClean="0"/>
              <a:t>12/05/2023</a:t>
            </a:fld>
            <a:endParaRPr lang="en-GB"/>
          </a:p>
        </p:txBody>
      </p:sp>
      <p:sp>
        <p:nvSpPr>
          <p:cNvPr id="6" name="Footer Placeholder 5">
            <a:extLst>
              <a:ext uri="{FF2B5EF4-FFF2-40B4-BE49-F238E27FC236}">
                <a16:creationId xmlns:a16="http://schemas.microsoft.com/office/drawing/2014/main" id="{04BE87A0-81FC-41D9-9DEE-36218581511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718FEA7-0EB3-4AE2-A96D-1B77B12E5F68}"/>
              </a:ext>
            </a:extLst>
          </p:cNvPr>
          <p:cNvSpPr>
            <a:spLocks noGrp="1"/>
          </p:cNvSpPr>
          <p:nvPr>
            <p:ph type="sldNum" sz="quarter" idx="12"/>
          </p:nvPr>
        </p:nvSpPr>
        <p:spPr/>
        <p:txBody>
          <a:bodyPr/>
          <a:lstStyle/>
          <a:p>
            <a:fld id="{28153353-CE6D-427E-AAFC-55D4A8F288D6}" type="slidenum">
              <a:rPr lang="en-GB" smtClean="0"/>
              <a:t>‹#›</a:t>
            </a:fld>
            <a:endParaRPr lang="en-GB"/>
          </a:p>
        </p:txBody>
      </p:sp>
    </p:spTree>
    <p:extLst>
      <p:ext uri="{BB962C8B-B14F-4D97-AF65-F5344CB8AC3E}">
        <p14:creationId xmlns:p14="http://schemas.microsoft.com/office/powerpoint/2010/main" val="19523876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0456B0-6284-4B90-9B67-D482B5CEF51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C70CB-E157-46D3-A1BC-9B7EC6C05E2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CFE8779-0F1B-49A9-ABDB-50F2CEE4FE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072F2CA-85D8-4532-B648-BA28141EFC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C5FB44C-F6A1-4614-BCDD-122F8EEFDF0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2CA139D8-518D-43EA-8233-E871B8F4CA20}"/>
              </a:ext>
            </a:extLst>
          </p:cNvPr>
          <p:cNvSpPr>
            <a:spLocks noGrp="1"/>
          </p:cNvSpPr>
          <p:nvPr>
            <p:ph type="dt" sz="half" idx="10"/>
          </p:nvPr>
        </p:nvSpPr>
        <p:spPr/>
        <p:txBody>
          <a:bodyPr/>
          <a:lstStyle/>
          <a:p>
            <a:fld id="{E9C89D63-B5F4-41D9-BF36-D8AA50F08B6E}" type="datetimeFigureOut">
              <a:rPr lang="en-GB" smtClean="0"/>
              <a:t>12/05/2023</a:t>
            </a:fld>
            <a:endParaRPr lang="en-GB"/>
          </a:p>
        </p:txBody>
      </p:sp>
      <p:sp>
        <p:nvSpPr>
          <p:cNvPr id="8" name="Footer Placeholder 7">
            <a:extLst>
              <a:ext uri="{FF2B5EF4-FFF2-40B4-BE49-F238E27FC236}">
                <a16:creationId xmlns:a16="http://schemas.microsoft.com/office/drawing/2014/main" id="{5D50FFE9-A64F-476E-9FF7-018C84FF0A1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023B4F29-8B6B-4005-9F55-00D6A730C2D9}"/>
              </a:ext>
            </a:extLst>
          </p:cNvPr>
          <p:cNvSpPr>
            <a:spLocks noGrp="1"/>
          </p:cNvSpPr>
          <p:nvPr>
            <p:ph type="sldNum" sz="quarter" idx="12"/>
          </p:nvPr>
        </p:nvSpPr>
        <p:spPr/>
        <p:txBody>
          <a:bodyPr/>
          <a:lstStyle/>
          <a:p>
            <a:fld id="{28153353-CE6D-427E-AAFC-55D4A8F288D6}" type="slidenum">
              <a:rPr lang="en-GB" smtClean="0"/>
              <a:t>‹#›</a:t>
            </a:fld>
            <a:endParaRPr lang="en-GB"/>
          </a:p>
        </p:txBody>
      </p:sp>
    </p:spTree>
    <p:extLst>
      <p:ext uri="{BB962C8B-B14F-4D97-AF65-F5344CB8AC3E}">
        <p14:creationId xmlns:p14="http://schemas.microsoft.com/office/powerpoint/2010/main" val="16224670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D9D413-3FEF-4199-8781-42341B5E1FA1}"/>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90AC586C-DFC9-4FF7-BE69-9345BBC30367}"/>
              </a:ext>
            </a:extLst>
          </p:cNvPr>
          <p:cNvSpPr>
            <a:spLocks noGrp="1"/>
          </p:cNvSpPr>
          <p:nvPr>
            <p:ph type="dt" sz="half" idx="10"/>
          </p:nvPr>
        </p:nvSpPr>
        <p:spPr/>
        <p:txBody>
          <a:bodyPr/>
          <a:lstStyle/>
          <a:p>
            <a:fld id="{E9C89D63-B5F4-41D9-BF36-D8AA50F08B6E}" type="datetimeFigureOut">
              <a:rPr lang="en-GB" smtClean="0"/>
              <a:t>12/05/2023</a:t>
            </a:fld>
            <a:endParaRPr lang="en-GB"/>
          </a:p>
        </p:txBody>
      </p:sp>
      <p:sp>
        <p:nvSpPr>
          <p:cNvPr id="4" name="Footer Placeholder 3">
            <a:extLst>
              <a:ext uri="{FF2B5EF4-FFF2-40B4-BE49-F238E27FC236}">
                <a16:creationId xmlns:a16="http://schemas.microsoft.com/office/drawing/2014/main" id="{4F21B5E5-44B3-4083-8A37-4C4AC4B40C73}"/>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BF83CE5-DDC2-41C2-8557-C2FB9BEEE829}"/>
              </a:ext>
            </a:extLst>
          </p:cNvPr>
          <p:cNvSpPr>
            <a:spLocks noGrp="1"/>
          </p:cNvSpPr>
          <p:nvPr>
            <p:ph type="sldNum" sz="quarter" idx="12"/>
          </p:nvPr>
        </p:nvSpPr>
        <p:spPr/>
        <p:txBody>
          <a:bodyPr/>
          <a:lstStyle/>
          <a:p>
            <a:fld id="{28153353-CE6D-427E-AAFC-55D4A8F288D6}" type="slidenum">
              <a:rPr lang="en-GB" smtClean="0"/>
              <a:t>‹#›</a:t>
            </a:fld>
            <a:endParaRPr lang="en-GB"/>
          </a:p>
        </p:txBody>
      </p:sp>
    </p:spTree>
    <p:extLst>
      <p:ext uri="{BB962C8B-B14F-4D97-AF65-F5344CB8AC3E}">
        <p14:creationId xmlns:p14="http://schemas.microsoft.com/office/powerpoint/2010/main" val="23861838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8BD0D1-2D84-415A-A021-498B5E8AE873}"/>
              </a:ext>
            </a:extLst>
          </p:cNvPr>
          <p:cNvSpPr>
            <a:spLocks noGrp="1"/>
          </p:cNvSpPr>
          <p:nvPr>
            <p:ph type="dt" sz="half" idx="10"/>
          </p:nvPr>
        </p:nvSpPr>
        <p:spPr/>
        <p:txBody>
          <a:bodyPr/>
          <a:lstStyle/>
          <a:p>
            <a:fld id="{E9C89D63-B5F4-41D9-BF36-D8AA50F08B6E}" type="datetimeFigureOut">
              <a:rPr lang="en-GB" smtClean="0"/>
              <a:t>12/05/2023</a:t>
            </a:fld>
            <a:endParaRPr lang="en-GB"/>
          </a:p>
        </p:txBody>
      </p:sp>
      <p:sp>
        <p:nvSpPr>
          <p:cNvPr id="3" name="Footer Placeholder 2">
            <a:extLst>
              <a:ext uri="{FF2B5EF4-FFF2-40B4-BE49-F238E27FC236}">
                <a16:creationId xmlns:a16="http://schemas.microsoft.com/office/drawing/2014/main" id="{E677B127-4B07-4E0B-8399-BE1D946545A7}"/>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65B64B1D-087E-4698-AADD-4B8035DE96A4}"/>
              </a:ext>
            </a:extLst>
          </p:cNvPr>
          <p:cNvSpPr>
            <a:spLocks noGrp="1"/>
          </p:cNvSpPr>
          <p:nvPr>
            <p:ph type="sldNum" sz="quarter" idx="12"/>
          </p:nvPr>
        </p:nvSpPr>
        <p:spPr/>
        <p:txBody>
          <a:bodyPr/>
          <a:lstStyle/>
          <a:p>
            <a:fld id="{28153353-CE6D-427E-AAFC-55D4A8F288D6}" type="slidenum">
              <a:rPr lang="en-GB" smtClean="0"/>
              <a:t>‹#›</a:t>
            </a:fld>
            <a:endParaRPr lang="en-GB"/>
          </a:p>
        </p:txBody>
      </p:sp>
    </p:spTree>
    <p:extLst>
      <p:ext uri="{BB962C8B-B14F-4D97-AF65-F5344CB8AC3E}">
        <p14:creationId xmlns:p14="http://schemas.microsoft.com/office/powerpoint/2010/main" val="4089322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CB88D-AD8F-40AC-BBF5-AB075D4DB9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9D52372F-29CD-4ADE-A8C5-7BA8C77B82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F39CD2DC-8DDD-4BF0-97E3-9CFBE94CA2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F56396-4814-43A8-9C6B-105DF13746C6}"/>
              </a:ext>
            </a:extLst>
          </p:cNvPr>
          <p:cNvSpPr>
            <a:spLocks noGrp="1"/>
          </p:cNvSpPr>
          <p:nvPr>
            <p:ph type="dt" sz="half" idx="10"/>
          </p:nvPr>
        </p:nvSpPr>
        <p:spPr/>
        <p:txBody>
          <a:bodyPr/>
          <a:lstStyle/>
          <a:p>
            <a:fld id="{E9C89D63-B5F4-41D9-BF36-D8AA50F08B6E}" type="datetimeFigureOut">
              <a:rPr lang="en-GB" smtClean="0"/>
              <a:t>12/05/2023</a:t>
            </a:fld>
            <a:endParaRPr lang="en-GB"/>
          </a:p>
        </p:txBody>
      </p:sp>
      <p:sp>
        <p:nvSpPr>
          <p:cNvPr id="6" name="Footer Placeholder 5">
            <a:extLst>
              <a:ext uri="{FF2B5EF4-FFF2-40B4-BE49-F238E27FC236}">
                <a16:creationId xmlns:a16="http://schemas.microsoft.com/office/drawing/2014/main" id="{29B6B7C1-908B-43A5-BCC9-11ED4A2DB37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58A6076-9612-4DBF-BC45-344466ACF369}"/>
              </a:ext>
            </a:extLst>
          </p:cNvPr>
          <p:cNvSpPr>
            <a:spLocks noGrp="1"/>
          </p:cNvSpPr>
          <p:nvPr>
            <p:ph type="sldNum" sz="quarter" idx="12"/>
          </p:nvPr>
        </p:nvSpPr>
        <p:spPr/>
        <p:txBody>
          <a:bodyPr/>
          <a:lstStyle/>
          <a:p>
            <a:fld id="{28153353-CE6D-427E-AAFC-55D4A8F288D6}" type="slidenum">
              <a:rPr lang="en-GB" smtClean="0"/>
              <a:t>‹#›</a:t>
            </a:fld>
            <a:endParaRPr lang="en-GB"/>
          </a:p>
        </p:txBody>
      </p:sp>
    </p:spTree>
    <p:extLst>
      <p:ext uri="{BB962C8B-B14F-4D97-AF65-F5344CB8AC3E}">
        <p14:creationId xmlns:p14="http://schemas.microsoft.com/office/powerpoint/2010/main" val="262180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0DEAC-4D4B-47D3-9418-E3301788B3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75A48FC-BF1D-409F-BC6E-9A07BD2D1B7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177A42B8-2460-49E4-90AD-A4B05D7A9F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6096CF-2C2E-4417-BE80-BC224B179D15}"/>
              </a:ext>
            </a:extLst>
          </p:cNvPr>
          <p:cNvSpPr>
            <a:spLocks noGrp="1"/>
          </p:cNvSpPr>
          <p:nvPr>
            <p:ph type="dt" sz="half" idx="10"/>
          </p:nvPr>
        </p:nvSpPr>
        <p:spPr/>
        <p:txBody>
          <a:bodyPr/>
          <a:lstStyle/>
          <a:p>
            <a:fld id="{E9C89D63-B5F4-41D9-BF36-D8AA50F08B6E}" type="datetimeFigureOut">
              <a:rPr lang="en-GB" smtClean="0"/>
              <a:t>12/05/2023</a:t>
            </a:fld>
            <a:endParaRPr lang="en-GB"/>
          </a:p>
        </p:txBody>
      </p:sp>
      <p:sp>
        <p:nvSpPr>
          <p:cNvPr id="6" name="Footer Placeholder 5">
            <a:extLst>
              <a:ext uri="{FF2B5EF4-FFF2-40B4-BE49-F238E27FC236}">
                <a16:creationId xmlns:a16="http://schemas.microsoft.com/office/drawing/2014/main" id="{F82FBCC5-66BB-461E-B191-85B2857D44F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E1FE5A0-21D1-40D0-9F02-63A520B3C57A}"/>
              </a:ext>
            </a:extLst>
          </p:cNvPr>
          <p:cNvSpPr>
            <a:spLocks noGrp="1"/>
          </p:cNvSpPr>
          <p:nvPr>
            <p:ph type="sldNum" sz="quarter" idx="12"/>
          </p:nvPr>
        </p:nvSpPr>
        <p:spPr/>
        <p:txBody>
          <a:bodyPr/>
          <a:lstStyle/>
          <a:p>
            <a:fld id="{28153353-CE6D-427E-AAFC-55D4A8F288D6}" type="slidenum">
              <a:rPr lang="en-GB" smtClean="0"/>
              <a:t>‹#›</a:t>
            </a:fld>
            <a:endParaRPr lang="en-GB"/>
          </a:p>
        </p:txBody>
      </p:sp>
    </p:spTree>
    <p:extLst>
      <p:ext uri="{BB962C8B-B14F-4D97-AF65-F5344CB8AC3E}">
        <p14:creationId xmlns:p14="http://schemas.microsoft.com/office/powerpoint/2010/main" val="26889433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3D2A7-6A23-4039-94CD-E21BF8B7BA1F}"/>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634AA3A-7533-49CA-BB59-89A3641B3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40C1129-8E0F-4B10-B761-EBF13DEB444A}"/>
              </a:ext>
            </a:extLst>
          </p:cNvPr>
          <p:cNvSpPr>
            <a:spLocks noGrp="1"/>
          </p:cNvSpPr>
          <p:nvPr>
            <p:ph type="dt" sz="half" idx="10"/>
          </p:nvPr>
        </p:nvSpPr>
        <p:spPr/>
        <p:txBody>
          <a:bodyPr/>
          <a:lstStyle/>
          <a:p>
            <a:fld id="{E9C89D63-B5F4-41D9-BF36-D8AA50F08B6E}" type="datetimeFigureOut">
              <a:rPr lang="en-GB" smtClean="0"/>
              <a:t>12/05/2023</a:t>
            </a:fld>
            <a:endParaRPr lang="en-GB"/>
          </a:p>
        </p:txBody>
      </p:sp>
      <p:sp>
        <p:nvSpPr>
          <p:cNvPr id="5" name="Footer Placeholder 4">
            <a:extLst>
              <a:ext uri="{FF2B5EF4-FFF2-40B4-BE49-F238E27FC236}">
                <a16:creationId xmlns:a16="http://schemas.microsoft.com/office/drawing/2014/main" id="{40985B6D-D184-4F18-AEED-02D03818EB9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F93586-73A1-4046-A49F-53EB1756063A}"/>
              </a:ext>
            </a:extLst>
          </p:cNvPr>
          <p:cNvSpPr>
            <a:spLocks noGrp="1"/>
          </p:cNvSpPr>
          <p:nvPr>
            <p:ph type="sldNum" sz="quarter" idx="12"/>
          </p:nvPr>
        </p:nvSpPr>
        <p:spPr/>
        <p:txBody>
          <a:bodyPr/>
          <a:lstStyle/>
          <a:p>
            <a:fld id="{28153353-CE6D-427E-AAFC-55D4A8F288D6}" type="slidenum">
              <a:rPr lang="en-GB" smtClean="0"/>
              <a:t>‹#›</a:t>
            </a:fld>
            <a:endParaRPr lang="en-GB"/>
          </a:p>
        </p:txBody>
      </p:sp>
    </p:spTree>
    <p:extLst>
      <p:ext uri="{BB962C8B-B14F-4D97-AF65-F5344CB8AC3E}">
        <p14:creationId xmlns:p14="http://schemas.microsoft.com/office/powerpoint/2010/main" val="1788699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7198A3-F2FE-42AE-960E-95245A1C3C7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9B61B631-8860-4176-B2B7-8B4DACFF260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AA5329-3673-4A06-9B41-8226672CD7F5}"/>
              </a:ext>
            </a:extLst>
          </p:cNvPr>
          <p:cNvSpPr>
            <a:spLocks noGrp="1"/>
          </p:cNvSpPr>
          <p:nvPr>
            <p:ph type="dt" sz="half" idx="10"/>
          </p:nvPr>
        </p:nvSpPr>
        <p:spPr/>
        <p:txBody>
          <a:bodyPr/>
          <a:lstStyle/>
          <a:p>
            <a:fld id="{E9C89D63-B5F4-41D9-BF36-D8AA50F08B6E}" type="datetimeFigureOut">
              <a:rPr lang="en-GB" smtClean="0"/>
              <a:t>12/05/2023</a:t>
            </a:fld>
            <a:endParaRPr lang="en-GB"/>
          </a:p>
        </p:txBody>
      </p:sp>
      <p:sp>
        <p:nvSpPr>
          <p:cNvPr id="5" name="Footer Placeholder 4">
            <a:extLst>
              <a:ext uri="{FF2B5EF4-FFF2-40B4-BE49-F238E27FC236}">
                <a16:creationId xmlns:a16="http://schemas.microsoft.com/office/drawing/2014/main" id="{77A4A8D5-94A0-427A-AA77-DBD4F5F302F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E16F9E2-8EDA-4186-8373-6C4579D17881}"/>
              </a:ext>
            </a:extLst>
          </p:cNvPr>
          <p:cNvSpPr>
            <a:spLocks noGrp="1"/>
          </p:cNvSpPr>
          <p:nvPr>
            <p:ph type="sldNum" sz="quarter" idx="12"/>
          </p:nvPr>
        </p:nvSpPr>
        <p:spPr/>
        <p:txBody>
          <a:bodyPr/>
          <a:lstStyle/>
          <a:p>
            <a:fld id="{28153353-CE6D-427E-AAFC-55D4A8F288D6}" type="slidenum">
              <a:rPr lang="en-GB" smtClean="0"/>
              <a:t>‹#›</a:t>
            </a:fld>
            <a:endParaRPr lang="en-GB"/>
          </a:p>
        </p:txBody>
      </p:sp>
    </p:spTree>
    <p:extLst>
      <p:ext uri="{BB962C8B-B14F-4D97-AF65-F5344CB8AC3E}">
        <p14:creationId xmlns:p14="http://schemas.microsoft.com/office/powerpoint/2010/main" val="10846737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9790699-6A84-4AF2-8FEB-B8C6C1EC512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5348CE2D-B15E-4293-9F55-3B31A4BB930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3D95881-9637-48CF-B01A-82454EA23E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89D63-B5F4-41D9-BF36-D8AA50F08B6E}" type="datetimeFigureOut">
              <a:rPr lang="en-GB" smtClean="0"/>
              <a:t>12/05/2023</a:t>
            </a:fld>
            <a:endParaRPr lang="en-GB"/>
          </a:p>
        </p:txBody>
      </p:sp>
      <p:sp>
        <p:nvSpPr>
          <p:cNvPr id="5" name="Footer Placeholder 4">
            <a:extLst>
              <a:ext uri="{FF2B5EF4-FFF2-40B4-BE49-F238E27FC236}">
                <a16:creationId xmlns:a16="http://schemas.microsoft.com/office/drawing/2014/main" id="{88D550B1-E4AC-4B46-A056-0E5A475D5D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0EDF3693-4927-4363-92D0-2FDD41D7C74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8153353-CE6D-427E-AAFC-55D4A8F288D6}" type="slidenum">
              <a:rPr lang="en-GB" smtClean="0"/>
              <a:t>‹#›</a:t>
            </a:fld>
            <a:endParaRPr lang="en-GB"/>
          </a:p>
        </p:txBody>
      </p:sp>
    </p:spTree>
    <p:extLst>
      <p:ext uri="{BB962C8B-B14F-4D97-AF65-F5344CB8AC3E}">
        <p14:creationId xmlns:p14="http://schemas.microsoft.com/office/powerpoint/2010/main" val="33966140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jpg"/><Relationship Id="rId5" Type="http://schemas.openxmlformats.org/officeDocument/2006/relationships/image" Target="../media/image4.png"/><Relationship Id="rId10" Type="http://schemas.openxmlformats.org/officeDocument/2006/relationships/image" Target="../media/image9.jpeg"/><Relationship Id="rId4" Type="http://schemas.openxmlformats.org/officeDocument/2006/relationships/image" Target="../media/image3.png"/><Relationship Id="rId9" Type="http://schemas.openxmlformats.org/officeDocument/2006/relationships/image" Target="../media/image8.jpe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54880E9D-782D-4F86-863B-E092171C9C7E}"/>
              </a:ext>
            </a:extLst>
          </p:cNvPr>
          <p:cNvSpPr/>
          <p:nvPr/>
        </p:nvSpPr>
        <p:spPr>
          <a:xfrm>
            <a:off x="0" y="0"/>
            <a:ext cx="12192000" cy="11525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ectangle 1">
            <a:extLst>
              <a:ext uri="{FF2B5EF4-FFF2-40B4-BE49-F238E27FC236}">
                <a16:creationId xmlns:a16="http://schemas.microsoft.com/office/drawing/2014/main" id="{D2BBF91D-F09A-43FB-AEB3-9580FEEC8A48}"/>
              </a:ext>
            </a:extLst>
          </p:cNvPr>
          <p:cNvSpPr>
            <a:spLocks noChangeArrowheads="1"/>
          </p:cNvSpPr>
          <p:nvPr/>
        </p:nvSpPr>
        <p:spPr bwMode="auto">
          <a:xfrm>
            <a:off x="1720402" y="-76200"/>
            <a:ext cx="11077864" cy="666750"/>
          </a:xfrm>
          <a:prstGeom prst="rect">
            <a:avLst/>
          </a:prstGeom>
          <a:noFill/>
          <a:ln w="9525">
            <a:noFill/>
            <a:round/>
            <a:headEnd/>
            <a:tailEnd/>
          </a:ln>
        </p:spPr>
        <p:txBody>
          <a:bodyPr lIns="90000" tIns="45000" rIns="90000" bIns="45000" anchor="ctr"/>
          <a:lstStyle/>
          <a:p>
            <a:pPr eaLnBrk="1" hangingPunct="1">
              <a:lnSpc>
                <a:spcPct val="90000"/>
              </a:lnSpc>
              <a:spcBef>
                <a:spcPts val="725"/>
              </a:spcBef>
              <a:buSzPct val="10000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pPr>
            <a:endParaRPr lang="en-US" altLang="en-US" sz="2800" b="1">
              <a:solidFill>
                <a:srgbClr val="000000"/>
              </a:solidFill>
              <a:latin typeface="Calibri" pitchFamily="32" charset="0"/>
            </a:endParaRPr>
          </a:p>
          <a:p>
            <a:pPr eaLnBrk="1" hangingPunct="1">
              <a:lnSpc>
                <a:spcPct val="90000"/>
              </a:lnSpc>
              <a:spcBef>
                <a:spcPts val="725"/>
              </a:spcBef>
              <a:buSzPct val="10000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pPr>
            <a:endParaRPr lang="en-US" altLang="en-US" sz="2800" b="1">
              <a:solidFill>
                <a:srgbClr val="000000"/>
              </a:solidFill>
              <a:latin typeface="Calibri" pitchFamily="32" charset="0"/>
            </a:endParaRPr>
          </a:p>
        </p:txBody>
      </p:sp>
      <p:sp>
        <p:nvSpPr>
          <p:cNvPr id="26" name="Rectangle 3">
            <a:extLst>
              <a:ext uri="{FF2B5EF4-FFF2-40B4-BE49-F238E27FC236}">
                <a16:creationId xmlns:a16="http://schemas.microsoft.com/office/drawing/2014/main" id="{7C2F1080-C7F4-4F1C-A610-E29F56BE27AE}"/>
              </a:ext>
            </a:extLst>
          </p:cNvPr>
          <p:cNvSpPr>
            <a:spLocks noChangeArrowheads="1"/>
          </p:cNvSpPr>
          <p:nvPr/>
        </p:nvSpPr>
        <p:spPr bwMode="auto">
          <a:xfrm>
            <a:off x="116389" y="1220157"/>
            <a:ext cx="5038472" cy="5529412"/>
          </a:xfrm>
          <a:prstGeom prst="rect">
            <a:avLst/>
          </a:prstGeom>
          <a:solidFill>
            <a:srgbClr val="FFFFFF"/>
          </a:solidFill>
          <a:ln w="12600" cap="sq">
            <a:solidFill>
              <a:srgbClr val="3366FF"/>
            </a:solidFill>
            <a:prstDash val="sysDot"/>
            <a:miter lim="800000"/>
            <a:headEnd/>
            <a:tailEnd/>
          </a:ln>
          <a:effectLst/>
        </p:spPr>
        <p:txBody>
          <a:bodyPr lIns="90000" tIns="45000" rIns="90000" bIns="45000"/>
          <a:lstStyle>
            <a:lvl1pPr marL="169863" indent="-147638">
              <a:tabLst>
                <a:tab pos="169863" algn="l"/>
                <a:tab pos="627063" algn="l"/>
                <a:tab pos="1084263" algn="l"/>
                <a:tab pos="1541463" algn="l"/>
                <a:tab pos="1998663" algn="l"/>
                <a:tab pos="2455863" algn="l"/>
                <a:tab pos="2913063" algn="l"/>
                <a:tab pos="3370263" algn="l"/>
                <a:tab pos="3827463" algn="l"/>
                <a:tab pos="4284663" algn="l"/>
                <a:tab pos="4741863" algn="l"/>
                <a:tab pos="5199063" algn="l"/>
                <a:tab pos="5656263" algn="l"/>
                <a:tab pos="6113463" algn="l"/>
                <a:tab pos="6570663" algn="l"/>
                <a:tab pos="7027863" algn="l"/>
                <a:tab pos="7485063" algn="l"/>
                <a:tab pos="7942263" algn="l"/>
                <a:tab pos="8399463" algn="l"/>
                <a:tab pos="8856663" algn="l"/>
                <a:tab pos="9313863" algn="l"/>
              </a:tabLst>
              <a:defRPr>
                <a:solidFill>
                  <a:srgbClr val="FFFFFF"/>
                </a:solidFill>
                <a:latin typeface="Arial" panose="020B0604020202020204" pitchFamily="34" charset="0"/>
                <a:ea typeface="Microsoft YaHei" panose="020B0503020204020204" pitchFamily="34" charset="-122"/>
              </a:defRPr>
            </a:lvl1pPr>
            <a:lvl2pPr>
              <a:tabLst>
                <a:tab pos="169863" algn="l"/>
                <a:tab pos="627063" algn="l"/>
                <a:tab pos="1084263" algn="l"/>
                <a:tab pos="1541463" algn="l"/>
                <a:tab pos="1998663" algn="l"/>
                <a:tab pos="2455863" algn="l"/>
                <a:tab pos="2913063" algn="l"/>
                <a:tab pos="3370263" algn="l"/>
                <a:tab pos="3827463" algn="l"/>
                <a:tab pos="4284663" algn="l"/>
                <a:tab pos="4741863" algn="l"/>
                <a:tab pos="5199063" algn="l"/>
                <a:tab pos="5656263" algn="l"/>
                <a:tab pos="6113463" algn="l"/>
                <a:tab pos="6570663" algn="l"/>
                <a:tab pos="7027863" algn="l"/>
                <a:tab pos="7485063" algn="l"/>
                <a:tab pos="7942263" algn="l"/>
                <a:tab pos="8399463" algn="l"/>
                <a:tab pos="8856663" algn="l"/>
                <a:tab pos="9313863" algn="l"/>
              </a:tabLst>
              <a:defRPr>
                <a:solidFill>
                  <a:srgbClr val="FFFFFF"/>
                </a:solidFill>
                <a:latin typeface="Arial" panose="020B0604020202020204" pitchFamily="34" charset="0"/>
                <a:ea typeface="Microsoft YaHei" panose="020B0503020204020204" pitchFamily="34" charset="-122"/>
              </a:defRPr>
            </a:lvl2pPr>
            <a:lvl3pPr>
              <a:tabLst>
                <a:tab pos="169863" algn="l"/>
                <a:tab pos="627063" algn="l"/>
                <a:tab pos="1084263" algn="l"/>
                <a:tab pos="1541463" algn="l"/>
                <a:tab pos="1998663" algn="l"/>
                <a:tab pos="2455863" algn="l"/>
                <a:tab pos="2913063" algn="l"/>
                <a:tab pos="3370263" algn="l"/>
                <a:tab pos="3827463" algn="l"/>
                <a:tab pos="4284663" algn="l"/>
                <a:tab pos="4741863" algn="l"/>
                <a:tab pos="5199063" algn="l"/>
                <a:tab pos="5656263" algn="l"/>
                <a:tab pos="6113463" algn="l"/>
                <a:tab pos="6570663" algn="l"/>
                <a:tab pos="7027863" algn="l"/>
                <a:tab pos="7485063" algn="l"/>
                <a:tab pos="7942263" algn="l"/>
                <a:tab pos="8399463" algn="l"/>
                <a:tab pos="8856663" algn="l"/>
                <a:tab pos="9313863" algn="l"/>
              </a:tabLst>
              <a:defRPr>
                <a:solidFill>
                  <a:srgbClr val="FFFFFF"/>
                </a:solidFill>
                <a:latin typeface="Arial" panose="020B0604020202020204" pitchFamily="34" charset="0"/>
                <a:ea typeface="Microsoft YaHei" panose="020B0503020204020204" pitchFamily="34" charset="-122"/>
              </a:defRPr>
            </a:lvl3pPr>
            <a:lvl4pPr>
              <a:tabLst>
                <a:tab pos="169863" algn="l"/>
                <a:tab pos="627063" algn="l"/>
                <a:tab pos="1084263" algn="l"/>
                <a:tab pos="1541463" algn="l"/>
                <a:tab pos="1998663" algn="l"/>
                <a:tab pos="2455863" algn="l"/>
                <a:tab pos="2913063" algn="l"/>
                <a:tab pos="3370263" algn="l"/>
                <a:tab pos="3827463" algn="l"/>
                <a:tab pos="4284663" algn="l"/>
                <a:tab pos="4741863" algn="l"/>
                <a:tab pos="5199063" algn="l"/>
                <a:tab pos="5656263" algn="l"/>
                <a:tab pos="6113463" algn="l"/>
                <a:tab pos="6570663" algn="l"/>
                <a:tab pos="7027863" algn="l"/>
                <a:tab pos="7485063" algn="l"/>
                <a:tab pos="7942263" algn="l"/>
                <a:tab pos="8399463" algn="l"/>
                <a:tab pos="8856663" algn="l"/>
                <a:tab pos="9313863" algn="l"/>
              </a:tabLst>
              <a:defRPr>
                <a:solidFill>
                  <a:srgbClr val="FFFFFF"/>
                </a:solidFill>
                <a:latin typeface="Arial" panose="020B0604020202020204" pitchFamily="34" charset="0"/>
                <a:ea typeface="Microsoft YaHei" panose="020B0503020204020204" pitchFamily="34" charset="-122"/>
              </a:defRPr>
            </a:lvl4pPr>
            <a:lvl5pPr>
              <a:tabLst>
                <a:tab pos="169863" algn="l"/>
                <a:tab pos="627063" algn="l"/>
                <a:tab pos="1084263" algn="l"/>
                <a:tab pos="1541463" algn="l"/>
                <a:tab pos="1998663" algn="l"/>
                <a:tab pos="2455863" algn="l"/>
                <a:tab pos="2913063" algn="l"/>
                <a:tab pos="3370263" algn="l"/>
                <a:tab pos="3827463" algn="l"/>
                <a:tab pos="4284663" algn="l"/>
                <a:tab pos="4741863" algn="l"/>
                <a:tab pos="5199063" algn="l"/>
                <a:tab pos="5656263" algn="l"/>
                <a:tab pos="6113463" algn="l"/>
                <a:tab pos="6570663" algn="l"/>
                <a:tab pos="7027863" algn="l"/>
                <a:tab pos="7485063" algn="l"/>
                <a:tab pos="7942263" algn="l"/>
                <a:tab pos="8399463" algn="l"/>
                <a:tab pos="8856663" algn="l"/>
                <a:tab pos="9313863" algn="l"/>
              </a:tabLst>
              <a:defRPr>
                <a:solidFill>
                  <a:srgbClr val="FFFFFF"/>
                </a:solidFill>
                <a:latin typeface="Arial" panose="020B0604020202020204" pitchFamily="34" charset="0"/>
                <a:ea typeface="Microsoft YaHei" panose="020B0503020204020204" pitchFamily="34" charset="-122"/>
              </a:defRPr>
            </a:lvl5pPr>
            <a:lvl6pPr marL="2514600" indent="-228600" defTabSz="457200" eaLnBrk="0" fontAlgn="base" hangingPunct="0">
              <a:spcBef>
                <a:spcPct val="0"/>
              </a:spcBef>
              <a:spcAft>
                <a:spcPct val="0"/>
              </a:spcAft>
              <a:buClr>
                <a:srgbClr val="000000"/>
              </a:buClr>
              <a:buSzPct val="100000"/>
              <a:buFont typeface="Times New Roman" panose="02020603050405020304" pitchFamily="18" charset="0"/>
              <a:tabLst>
                <a:tab pos="169863" algn="l"/>
                <a:tab pos="627063" algn="l"/>
                <a:tab pos="1084263" algn="l"/>
                <a:tab pos="1541463" algn="l"/>
                <a:tab pos="1998663" algn="l"/>
                <a:tab pos="2455863" algn="l"/>
                <a:tab pos="2913063" algn="l"/>
                <a:tab pos="3370263" algn="l"/>
                <a:tab pos="3827463" algn="l"/>
                <a:tab pos="4284663" algn="l"/>
                <a:tab pos="4741863" algn="l"/>
                <a:tab pos="5199063" algn="l"/>
                <a:tab pos="5656263" algn="l"/>
                <a:tab pos="6113463" algn="l"/>
                <a:tab pos="6570663" algn="l"/>
                <a:tab pos="7027863" algn="l"/>
                <a:tab pos="7485063" algn="l"/>
                <a:tab pos="7942263" algn="l"/>
                <a:tab pos="8399463" algn="l"/>
                <a:tab pos="8856663" algn="l"/>
                <a:tab pos="9313863" algn="l"/>
              </a:tabLst>
              <a:defRPr>
                <a:solidFill>
                  <a:srgbClr val="FFFFFF"/>
                </a:solidFill>
                <a:latin typeface="Arial" panose="020B0604020202020204" pitchFamily="34" charset="0"/>
                <a:ea typeface="Microsoft YaHei" panose="020B0503020204020204" pitchFamily="34" charset="-122"/>
              </a:defRPr>
            </a:lvl6pPr>
            <a:lvl7pPr marL="2971800" indent="-228600" defTabSz="457200" eaLnBrk="0" fontAlgn="base" hangingPunct="0">
              <a:spcBef>
                <a:spcPct val="0"/>
              </a:spcBef>
              <a:spcAft>
                <a:spcPct val="0"/>
              </a:spcAft>
              <a:buClr>
                <a:srgbClr val="000000"/>
              </a:buClr>
              <a:buSzPct val="100000"/>
              <a:buFont typeface="Times New Roman" panose="02020603050405020304" pitchFamily="18" charset="0"/>
              <a:tabLst>
                <a:tab pos="169863" algn="l"/>
                <a:tab pos="627063" algn="l"/>
                <a:tab pos="1084263" algn="l"/>
                <a:tab pos="1541463" algn="l"/>
                <a:tab pos="1998663" algn="l"/>
                <a:tab pos="2455863" algn="l"/>
                <a:tab pos="2913063" algn="l"/>
                <a:tab pos="3370263" algn="l"/>
                <a:tab pos="3827463" algn="l"/>
                <a:tab pos="4284663" algn="l"/>
                <a:tab pos="4741863" algn="l"/>
                <a:tab pos="5199063" algn="l"/>
                <a:tab pos="5656263" algn="l"/>
                <a:tab pos="6113463" algn="l"/>
                <a:tab pos="6570663" algn="l"/>
                <a:tab pos="7027863" algn="l"/>
                <a:tab pos="7485063" algn="l"/>
                <a:tab pos="7942263" algn="l"/>
                <a:tab pos="8399463" algn="l"/>
                <a:tab pos="8856663" algn="l"/>
                <a:tab pos="9313863" algn="l"/>
              </a:tabLst>
              <a:defRPr>
                <a:solidFill>
                  <a:srgbClr val="FFFFFF"/>
                </a:solidFill>
                <a:latin typeface="Arial" panose="020B0604020202020204" pitchFamily="34" charset="0"/>
                <a:ea typeface="Microsoft YaHei" panose="020B0503020204020204" pitchFamily="34" charset="-122"/>
              </a:defRPr>
            </a:lvl7pPr>
            <a:lvl8pPr marL="3429000" indent="-228600" defTabSz="457200" eaLnBrk="0" fontAlgn="base" hangingPunct="0">
              <a:spcBef>
                <a:spcPct val="0"/>
              </a:spcBef>
              <a:spcAft>
                <a:spcPct val="0"/>
              </a:spcAft>
              <a:buClr>
                <a:srgbClr val="000000"/>
              </a:buClr>
              <a:buSzPct val="100000"/>
              <a:buFont typeface="Times New Roman" panose="02020603050405020304" pitchFamily="18" charset="0"/>
              <a:tabLst>
                <a:tab pos="169863" algn="l"/>
                <a:tab pos="627063" algn="l"/>
                <a:tab pos="1084263" algn="l"/>
                <a:tab pos="1541463" algn="l"/>
                <a:tab pos="1998663" algn="l"/>
                <a:tab pos="2455863" algn="l"/>
                <a:tab pos="2913063" algn="l"/>
                <a:tab pos="3370263" algn="l"/>
                <a:tab pos="3827463" algn="l"/>
                <a:tab pos="4284663" algn="l"/>
                <a:tab pos="4741863" algn="l"/>
                <a:tab pos="5199063" algn="l"/>
                <a:tab pos="5656263" algn="l"/>
                <a:tab pos="6113463" algn="l"/>
                <a:tab pos="6570663" algn="l"/>
                <a:tab pos="7027863" algn="l"/>
                <a:tab pos="7485063" algn="l"/>
                <a:tab pos="7942263" algn="l"/>
                <a:tab pos="8399463" algn="l"/>
                <a:tab pos="8856663" algn="l"/>
                <a:tab pos="9313863" algn="l"/>
              </a:tabLst>
              <a:defRPr>
                <a:solidFill>
                  <a:srgbClr val="FFFFFF"/>
                </a:solidFill>
                <a:latin typeface="Arial" panose="020B0604020202020204" pitchFamily="34" charset="0"/>
                <a:ea typeface="Microsoft YaHei" panose="020B0503020204020204" pitchFamily="34" charset="-122"/>
              </a:defRPr>
            </a:lvl8pPr>
            <a:lvl9pPr marL="3886200" indent="-228600" defTabSz="457200" eaLnBrk="0" fontAlgn="base" hangingPunct="0">
              <a:spcBef>
                <a:spcPct val="0"/>
              </a:spcBef>
              <a:spcAft>
                <a:spcPct val="0"/>
              </a:spcAft>
              <a:buClr>
                <a:srgbClr val="000000"/>
              </a:buClr>
              <a:buSzPct val="100000"/>
              <a:buFont typeface="Times New Roman" panose="02020603050405020304" pitchFamily="18" charset="0"/>
              <a:tabLst>
                <a:tab pos="169863" algn="l"/>
                <a:tab pos="627063" algn="l"/>
                <a:tab pos="1084263" algn="l"/>
                <a:tab pos="1541463" algn="l"/>
                <a:tab pos="1998663" algn="l"/>
                <a:tab pos="2455863" algn="l"/>
                <a:tab pos="2913063" algn="l"/>
                <a:tab pos="3370263" algn="l"/>
                <a:tab pos="3827463" algn="l"/>
                <a:tab pos="4284663" algn="l"/>
                <a:tab pos="4741863" algn="l"/>
                <a:tab pos="5199063" algn="l"/>
                <a:tab pos="5656263" algn="l"/>
                <a:tab pos="6113463" algn="l"/>
                <a:tab pos="6570663" algn="l"/>
                <a:tab pos="7027863" algn="l"/>
                <a:tab pos="7485063" algn="l"/>
                <a:tab pos="7942263" algn="l"/>
                <a:tab pos="8399463" algn="l"/>
                <a:tab pos="8856663" algn="l"/>
                <a:tab pos="9313863" algn="l"/>
              </a:tabLst>
              <a:defRPr>
                <a:solidFill>
                  <a:srgbClr val="FFFFFF"/>
                </a:solidFill>
                <a:latin typeface="Arial" panose="020B0604020202020204" pitchFamily="34" charset="0"/>
                <a:ea typeface="Microsoft YaHei" panose="020B0503020204020204" pitchFamily="34" charset="-122"/>
              </a:defRPr>
            </a:lvl9pPr>
          </a:lstStyle>
          <a:p>
            <a:pPr algn="just" eaLnBrk="1" hangingPunct="1">
              <a:buSzPct val="100000"/>
              <a:defRPr/>
            </a:pPr>
            <a:r>
              <a:rPr lang="en-US" altLang="en-US" sz="1400" b="1" dirty="0">
                <a:solidFill>
                  <a:schemeClr val="tx1"/>
                </a:solidFill>
                <a:latin typeface="Calibri" panose="020F0502020204030204" pitchFamily="34" charset="0"/>
              </a:rPr>
              <a:t>Active Credentials</a:t>
            </a:r>
          </a:p>
          <a:p>
            <a:pPr algn="just" eaLnBrk="1" hangingPunct="1">
              <a:buSzPct val="100000"/>
              <a:defRPr/>
            </a:pPr>
            <a:endParaRPr lang="en-US" altLang="en-US" sz="1400" b="1" dirty="0">
              <a:solidFill>
                <a:schemeClr val="tx1"/>
              </a:solidFill>
              <a:latin typeface="Calibri" panose="020F0502020204030204" pitchFamily="34" charset="0"/>
            </a:endParaRP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Salesforce Certified Administrator</a:t>
            </a:r>
          </a:p>
          <a:p>
            <a:pPr marL="168275" eaLnBrk="1" hangingPunct="1">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Salesforce Certified App Builder</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Salesforce CPQ Specialist</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Certified </a:t>
            </a:r>
            <a:r>
              <a:rPr lang="en-US" altLang="en-US" sz="1100" dirty="0" err="1">
                <a:solidFill>
                  <a:schemeClr val="tx1"/>
                </a:solidFill>
                <a:latin typeface="Calibri" panose="020F0502020204030204" pitchFamily="34" charset="0"/>
              </a:rPr>
              <a:t>Moover</a:t>
            </a:r>
            <a:r>
              <a:rPr lang="en-US" altLang="en-US" sz="1100" dirty="0">
                <a:solidFill>
                  <a:schemeClr val="tx1"/>
                </a:solidFill>
                <a:latin typeface="Calibri" panose="020F0502020204030204" pitchFamily="34" charset="0"/>
              </a:rPr>
              <a:t> (</a:t>
            </a:r>
            <a:r>
              <a:rPr lang="en-US" altLang="en-US" sz="1100" dirty="0" err="1">
                <a:solidFill>
                  <a:schemeClr val="tx1"/>
                </a:solidFill>
                <a:latin typeface="Calibri" panose="020F0502020204030204" pitchFamily="34" charset="0"/>
              </a:rPr>
              <a:t>Prodly</a:t>
            </a:r>
            <a:r>
              <a:rPr lang="en-US" altLang="en-US" sz="1100" dirty="0">
                <a:solidFill>
                  <a:schemeClr val="tx1"/>
                </a:solidFill>
                <a:latin typeface="Calibri" panose="020F0502020204030204" pitchFamily="34" charset="0"/>
              </a:rPr>
              <a:t>) CPQ Reference Data  Deployment Specialist</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Trailhead Super badge: Salesforce CPQ Admin Fundamentals</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Trailhead Super Badge: Discover Sales Cloud</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Trailhead Super Badge: Salesforce CPQ and Billing</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50 Trailhead Badges with 50,000 points</a:t>
            </a:r>
          </a:p>
          <a:p>
            <a:pPr marL="168275" eaLnBrk="1" hangingPunct="1">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Apttus Quote to Cash Certified</a:t>
            </a:r>
          </a:p>
          <a:p>
            <a:pPr marL="168275" eaLnBrk="1" hangingPunct="1">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Apttus 201 CPQ Essential Certification</a:t>
            </a:r>
          </a:p>
          <a:p>
            <a:pPr marL="168275" eaLnBrk="1" hangingPunct="1">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Apttus 202 CPQ Advanced Certification.</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Apttus CLM Trained.</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Acquired Certificate in SAP CRM.</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Acquired certificate in SAP Vistex for Incentives Administration &amp; Configuration</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Trained in SAP ABAP.</a:t>
            </a:r>
          </a:p>
          <a:p>
            <a:pPr marL="168275">
              <a:lnSpc>
                <a:spcPct val="93000"/>
              </a:lnSpc>
              <a:buClr>
                <a:srgbClr val="000000"/>
              </a:buClr>
              <a:buSzPct val="100000"/>
              <a:buFont typeface="Arial" panose="020B0604020202020204" pitchFamily="34" charset="0"/>
              <a:buChar char="•"/>
              <a:defRPr/>
            </a:pPr>
            <a:endParaRPr lang="en-US" altLang="en-US" sz="1100" dirty="0">
              <a:solidFill>
                <a:schemeClr val="tx1"/>
              </a:solidFill>
              <a:latin typeface="Calibri" panose="020F0502020204030204" pitchFamily="34" charset="0"/>
            </a:endParaRPr>
          </a:p>
          <a:p>
            <a:pPr algn="just" eaLnBrk="1" hangingPunct="1">
              <a:lnSpc>
                <a:spcPct val="90000"/>
              </a:lnSpc>
              <a:buSzPct val="100000"/>
              <a:defRPr/>
            </a:pPr>
            <a:r>
              <a:rPr lang="en-US" altLang="en-US" sz="1200" b="1" dirty="0">
                <a:solidFill>
                  <a:schemeClr val="tx1"/>
                </a:solidFill>
                <a:latin typeface="Calibri" panose="020F0502020204030204" pitchFamily="34" charset="0"/>
              </a:rPr>
              <a:t>Professional Experience</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Overall, 18 years of experience with experience in delivering multiple end to end Salesforce, Apttus CPQ, SAP ECC, CRM, Vistex, License Management projects</a:t>
            </a:r>
          </a:p>
          <a:p>
            <a:pPr marL="538605" lvl="1">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 SAP – 6 Years</a:t>
            </a:r>
          </a:p>
          <a:p>
            <a:pPr marL="538605" lvl="1">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 Salesforce – 12 Years  </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Leading clients  to  achieve  optimized  solutions while analyzing  their business  requirements  and  processes  to  match them with  CPQ  and  Salesforce, SAP, License Management features  and  functionality of  the  Force.com platform  to  improve business operations,  user  adaptation  and  the  customer  experience.</a:t>
            </a:r>
          </a:p>
          <a:p>
            <a:pPr marL="168275">
              <a:lnSpc>
                <a:spcPct val="93000"/>
              </a:lnSpc>
              <a:buClr>
                <a:srgbClr val="000000"/>
              </a:buClr>
              <a:buSzPct val="100000"/>
              <a:buFont typeface="Arial" panose="020B0604020202020204" pitchFamily="34" charset="0"/>
              <a:buChar char="•"/>
              <a:defRPr/>
            </a:pPr>
            <a:r>
              <a:rPr lang="en-GB" altLang="en-US" sz="1100" dirty="0">
                <a:solidFill>
                  <a:schemeClr val="tx1"/>
                </a:solidFill>
                <a:latin typeface="Calibri" panose="020F0502020204030204" pitchFamily="34" charset="0"/>
              </a:rPr>
              <a:t>Understand business requirements and be able to map them to solution and architecture design accordingly.</a:t>
            </a:r>
            <a:endParaRPr lang="en-US" altLang="en-US" sz="1100" dirty="0">
              <a:solidFill>
                <a:schemeClr val="tx1"/>
              </a:solidFill>
              <a:latin typeface="Calibri" panose="020F0502020204030204" pitchFamily="34" charset="0"/>
            </a:endParaRP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Delivered multiple projects on Salesforce, SAP for clients- Adobe, Thomson Reuters, Aptech, Refinitiv, LSEG.</a:t>
            </a:r>
          </a:p>
          <a:p>
            <a:pPr marL="168275">
              <a:lnSpc>
                <a:spcPct val="93000"/>
              </a:lnSpc>
              <a:buClr>
                <a:srgbClr val="000000"/>
              </a:buClr>
              <a:buSzPct val="100000"/>
              <a:buFont typeface="Arial" panose="020B0604020202020204" pitchFamily="34" charset="0"/>
              <a:buChar char="•"/>
              <a:defRPr/>
            </a:pPr>
            <a:r>
              <a:rPr lang="en-US" altLang="en-US" sz="1100" dirty="0">
                <a:solidFill>
                  <a:schemeClr val="tx1"/>
                </a:solidFill>
                <a:latin typeface="Calibri" panose="020F0502020204030204" pitchFamily="34" charset="0"/>
              </a:rPr>
              <a:t>Part of the projects where both Agile and Waterfall methodologies were used</a:t>
            </a:r>
          </a:p>
          <a:p>
            <a:pPr marL="168275">
              <a:lnSpc>
                <a:spcPct val="93000"/>
              </a:lnSpc>
              <a:buClr>
                <a:srgbClr val="000000"/>
              </a:buClr>
              <a:buSzPct val="100000"/>
              <a:buFont typeface="Arial" panose="020B0604020202020204" pitchFamily="34" charset="0"/>
              <a:buChar char="•"/>
              <a:defRPr/>
            </a:pPr>
            <a:endParaRPr lang="en-US" altLang="en-US" sz="1100" dirty="0">
              <a:solidFill>
                <a:schemeClr val="tx1"/>
              </a:solidFill>
              <a:latin typeface="Calibri" panose="020F0502020204030204" pitchFamily="34" charset="0"/>
            </a:endParaRPr>
          </a:p>
          <a:p>
            <a:pPr marL="168275" eaLnBrk="1" hangingPunct="1">
              <a:lnSpc>
                <a:spcPct val="93000"/>
              </a:lnSpc>
              <a:buClr>
                <a:srgbClr val="000000"/>
              </a:buClr>
              <a:buSzPct val="100000"/>
              <a:buFont typeface="Arial" panose="020B0604020202020204" pitchFamily="34" charset="0"/>
              <a:buChar char="•"/>
              <a:defRPr/>
            </a:pPr>
            <a:endParaRPr lang="en-US" altLang="en-US" sz="1100" dirty="0">
              <a:solidFill>
                <a:schemeClr val="tx1"/>
              </a:solidFill>
              <a:latin typeface="Calibri" panose="020F0502020204030204" pitchFamily="34" charset="0"/>
            </a:endParaRPr>
          </a:p>
          <a:p>
            <a:pPr marL="168275" eaLnBrk="1" hangingPunct="1">
              <a:lnSpc>
                <a:spcPct val="93000"/>
              </a:lnSpc>
              <a:buClr>
                <a:srgbClr val="000000"/>
              </a:buClr>
              <a:buSzPct val="100000"/>
              <a:buFont typeface="Arial" panose="020B0604020202020204" pitchFamily="34" charset="0"/>
              <a:buChar char="•"/>
              <a:defRPr/>
            </a:pPr>
            <a:endParaRPr lang="en-US" altLang="en-US" sz="1100" dirty="0">
              <a:solidFill>
                <a:schemeClr val="tx1"/>
              </a:solidFill>
              <a:latin typeface="Calibri" panose="020F0502020204030204" pitchFamily="34" charset="0"/>
            </a:endParaRPr>
          </a:p>
          <a:p>
            <a:pPr marL="20637" indent="0" eaLnBrk="1" hangingPunct="1">
              <a:lnSpc>
                <a:spcPct val="93000"/>
              </a:lnSpc>
              <a:buClr>
                <a:srgbClr val="000000"/>
              </a:buClr>
              <a:buSzPct val="100000"/>
              <a:defRPr/>
            </a:pPr>
            <a:endParaRPr lang="en-US" altLang="en-US" sz="1100" dirty="0">
              <a:solidFill>
                <a:schemeClr val="tx1"/>
              </a:solidFill>
              <a:latin typeface="Calibri" panose="020F0502020204030204" pitchFamily="34" charset="0"/>
            </a:endParaRPr>
          </a:p>
          <a:p>
            <a:pPr marL="20637" indent="0" eaLnBrk="1" hangingPunct="1">
              <a:lnSpc>
                <a:spcPct val="93000"/>
              </a:lnSpc>
              <a:buClr>
                <a:srgbClr val="000000"/>
              </a:buClr>
              <a:buSzPct val="100000"/>
              <a:defRPr/>
            </a:pPr>
            <a:endParaRPr lang="en-US" altLang="en-US" sz="1100" dirty="0">
              <a:solidFill>
                <a:schemeClr val="tx1"/>
              </a:solidFill>
              <a:latin typeface="Calibri" panose="020F0502020204030204" pitchFamily="34" charset="0"/>
            </a:endParaRPr>
          </a:p>
          <a:p>
            <a:pPr marL="20637" indent="0" eaLnBrk="1" hangingPunct="1">
              <a:lnSpc>
                <a:spcPct val="93000"/>
              </a:lnSpc>
              <a:buClr>
                <a:srgbClr val="000000"/>
              </a:buClr>
              <a:buSzPct val="100000"/>
              <a:defRPr/>
            </a:pPr>
            <a:endParaRPr lang="en-US" altLang="en-US" sz="1100" dirty="0">
              <a:solidFill>
                <a:schemeClr val="tx1"/>
              </a:solidFill>
              <a:latin typeface="Calibri" panose="020F0502020204030204" pitchFamily="34" charset="0"/>
            </a:endParaRPr>
          </a:p>
          <a:p>
            <a:pPr marL="20637" indent="0" eaLnBrk="1" hangingPunct="1">
              <a:lnSpc>
                <a:spcPct val="93000"/>
              </a:lnSpc>
              <a:buClr>
                <a:srgbClr val="000000"/>
              </a:buClr>
              <a:buSzPct val="100000"/>
              <a:buFont typeface="Times New Roman" panose="02020603050405020304" pitchFamily="18" charset="0"/>
              <a:buNone/>
              <a:defRPr/>
            </a:pPr>
            <a:endParaRPr lang="en-US" altLang="en-US" sz="1200" dirty="0">
              <a:solidFill>
                <a:schemeClr val="tx1"/>
              </a:solidFill>
              <a:latin typeface="Calibri" panose="020F0502020204030204" pitchFamily="34" charset="0"/>
            </a:endParaRPr>
          </a:p>
          <a:p>
            <a:pPr marL="168275" eaLnBrk="1" hangingPunct="1">
              <a:lnSpc>
                <a:spcPct val="93000"/>
              </a:lnSpc>
              <a:buClr>
                <a:srgbClr val="000000"/>
              </a:buClr>
              <a:buSzPct val="100000"/>
              <a:buFont typeface="Arial" panose="020B0604020202020204" pitchFamily="34" charset="0"/>
              <a:buChar char="•"/>
              <a:defRPr/>
            </a:pPr>
            <a:endParaRPr lang="en-US" altLang="en-US" sz="1400" dirty="0">
              <a:solidFill>
                <a:schemeClr val="tx1"/>
              </a:solidFill>
              <a:latin typeface="Calibri" panose="020F0502020204030204" pitchFamily="34" charset="0"/>
            </a:endParaRPr>
          </a:p>
          <a:p>
            <a:pPr marL="168275" eaLnBrk="1" hangingPunct="1">
              <a:lnSpc>
                <a:spcPct val="93000"/>
              </a:lnSpc>
              <a:buClr>
                <a:srgbClr val="000000"/>
              </a:buClr>
              <a:buSzPct val="100000"/>
              <a:buFont typeface="Arial" panose="020B0604020202020204" pitchFamily="34" charset="0"/>
              <a:buChar char="•"/>
              <a:defRPr/>
            </a:pPr>
            <a:endParaRPr lang="en-US" altLang="en-US" sz="1200" dirty="0">
              <a:solidFill>
                <a:schemeClr val="tx1"/>
              </a:solidFill>
              <a:latin typeface="Calibri" panose="020F0502020204030204" pitchFamily="34" charset="0"/>
            </a:endParaRPr>
          </a:p>
          <a:p>
            <a:pPr marL="20637" indent="0" eaLnBrk="1" hangingPunct="1">
              <a:lnSpc>
                <a:spcPct val="93000"/>
              </a:lnSpc>
              <a:buClr>
                <a:srgbClr val="000000"/>
              </a:buClr>
              <a:buSzPct val="100000"/>
              <a:buFont typeface="Times New Roman" panose="02020603050405020304" pitchFamily="18" charset="0"/>
              <a:buNone/>
              <a:defRPr/>
            </a:pPr>
            <a:endParaRPr lang="en-US" altLang="en-US" sz="1200" dirty="0">
              <a:solidFill>
                <a:schemeClr val="tx1"/>
              </a:solidFill>
              <a:latin typeface="Calibri" panose="020F0502020204030204" pitchFamily="34" charset="0"/>
            </a:endParaRPr>
          </a:p>
          <a:p>
            <a:pPr marL="168275" eaLnBrk="1" hangingPunct="1">
              <a:lnSpc>
                <a:spcPct val="93000"/>
              </a:lnSpc>
              <a:buClr>
                <a:srgbClr val="000000"/>
              </a:buClr>
              <a:buSzPct val="100000"/>
              <a:buFont typeface="Arial" panose="020B0604020202020204" pitchFamily="34" charset="0"/>
              <a:buChar char="•"/>
              <a:defRPr/>
            </a:pPr>
            <a:endParaRPr lang="en-US" altLang="en-US" sz="1200" dirty="0">
              <a:solidFill>
                <a:schemeClr val="tx1"/>
              </a:solidFill>
              <a:latin typeface="Calibri" panose="020F0502020204030204" pitchFamily="34" charset="0"/>
            </a:endParaRPr>
          </a:p>
          <a:p>
            <a:pPr>
              <a:buSzPct val="100000"/>
              <a:defRPr/>
            </a:pPr>
            <a:endParaRPr lang="en-US" altLang="en-US" sz="1200" dirty="0">
              <a:solidFill>
                <a:schemeClr val="tx1"/>
              </a:solidFill>
              <a:latin typeface="Calibri" panose="020F0502020204030204" pitchFamily="34" charset="0"/>
            </a:endParaRPr>
          </a:p>
        </p:txBody>
      </p:sp>
      <p:sp>
        <p:nvSpPr>
          <p:cNvPr id="28" name="Rectangle 5">
            <a:extLst>
              <a:ext uri="{FF2B5EF4-FFF2-40B4-BE49-F238E27FC236}">
                <a16:creationId xmlns:a16="http://schemas.microsoft.com/office/drawing/2014/main" id="{96E1C5B5-9CF0-4818-877E-F86554DB897E}"/>
              </a:ext>
            </a:extLst>
          </p:cNvPr>
          <p:cNvSpPr>
            <a:spLocks noChangeArrowheads="1"/>
          </p:cNvSpPr>
          <p:nvPr/>
        </p:nvSpPr>
        <p:spPr bwMode="auto">
          <a:xfrm>
            <a:off x="116389" y="725488"/>
            <a:ext cx="535828" cy="163745"/>
          </a:xfrm>
          <a:prstGeom prst="rect">
            <a:avLst/>
          </a:prstGeom>
          <a:solidFill>
            <a:srgbClr val="4E84C4"/>
          </a:solidFill>
          <a:ln w="9360" cap="sq">
            <a:solidFill>
              <a:srgbClr val="808080"/>
            </a:solidFill>
            <a:miter lim="800000"/>
            <a:headEnd/>
            <a:tailEnd/>
          </a:ln>
        </p:spPr>
        <p:txBody>
          <a:bodyPr wrap="none" lIns="90000" tIns="46800" rIns="90000" bIns="46800" anchor="ctr"/>
          <a:lstStyle/>
          <a:p>
            <a:pPr eaLnBrk="1" hangingPunct="1">
              <a:spcBef>
                <a:spcPts val="725"/>
              </a:spcBef>
              <a:buSzPct val="10000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pPr>
            <a:r>
              <a:rPr lang="en-US" altLang="en-US" sz="1400" b="1">
                <a:solidFill>
                  <a:srgbClr val="FFFFFF"/>
                </a:solidFill>
                <a:latin typeface="Calibri" pitchFamily="32" charset="0"/>
              </a:rPr>
              <a:t>Role</a:t>
            </a:r>
            <a:endParaRPr lang="en-US" altLang="en-US" sz="1200" b="1">
              <a:solidFill>
                <a:srgbClr val="FFFFFF"/>
              </a:solidFill>
              <a:latin typeface="Calibri" pitchFamily="32" charset="0"/>
            </a:endParaRPr>
          </a:p>
        </p:txBody>
      </p:sp>
      <p:sp>
        <p:nvSpPr>
          <p:cNvPr id="29" name="Rectangle 6">
            <a:extLst>
              <a:ext uri="{FF2B5EF4-FFF2-40B4-BE49-F238E27FC236}">
                <a16:creationId xmlns:a16="http://schemas.microsoft.com/office/drawing/2014/main" id="{7359A020-2A16-4BE4-97CA-F75E9C4179FC}"/>
              </a:ext>
            </a:extLst>
          </p:cNvPr>
          <p:cNvSpPr>
            <a:spLocks noChangeArrowheads="1"/>
          </p:cNvSpPr>
          <p:nvPr/>
        </p:nvSpPr>
        <p:spPr bwMode="auto">
          <a:xfrm>
            <a:off x="652218" y="715208"/>
            <a:ext cx="1355636" cy="174026"/>
          </a:xfrm>
          <a:prstGeom prst="rect">
            <a:avLst/>
          </a:prstGeom>
          <a:solidFill>
            <a:srgbClr val="FFFFFF"/>
          </a:solidFill>
          <a:ln w="9360" cap="sq">
            <a:solidFill>
              <a:srgbClr val="808080"/>
            </a:solidFill>
            <a:miter lim="800000"/>
            <a:headEnd/>
            <a:tailEnd/>
          </a:ln>
        </p:spPr>
        <p:txBody>
          <a:bodyPr wrap="none" lIns="90000" tIns="46800" rIns="90000" bIns="46800" anchor="ctr"/>
          <a:lstStyle/>
          <a:p>
            <a:pPr>
              <a:lnSpc>
                <a:spcPct val="90000"/>
              </a:lnSpc>
              <a:spcBef>
                <a:spcPts val="725"/>
              </a:spcBef>
              <a:buSzPct val="10000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pPr>
            <a:r>
              <a:rPr lang="en-US" altLang="en-US" sz="1200" b="1" dirty="0">
                <a:solidFill>
                  <a:srgbClr val="000000"/>
                </a:solidFill>
                <a:latin typeface="Calibri" pitchFamily="32" charset="0"/>
              </a:rPr>
              <a:t>Solution Architect</a:t>
            </a:r>
          </a:p>
        </p:txBody>
      </p:sp>
      <p:sp>
        <p:nvSpPr>
          <p:cNvPr id="30" name="Rectangle 7">
            <a:extLst>
              <a:ext uri="{FF2B5EF4-FFF2-40B4-BE49-F238E27FC236}">
                <a16:creationId xmlns:a16="http://schemas.microsoft.com/office/drawing/2014/main" id="{0FFB8DFB-137F-4A4C-AF5A-58D8EFA735E4}"/>
              </a:ext>
            </a:extLst>
          </p:cNvPr>
          <p:cNvSpPr>
            <a:spLocks noChangeArrowheads="1"/>
          </p:cNvSpPr>
          <p:nvPr/>
        </p:nvSpPr>
        <p:spPr bwMode="auto">
          <a:xfrm>
            <a:off x="5118884" y="1220157"/>
            <a:ext cx="7069941" cy="5461323"/>
          </a:xfrm>
          <a:prstGeom prst="rect">
            <a:avLst/>
          </a:prstGeom>
          <a:solidFill>
            <a:srgbClr val="FFFFFF"/>
          </a:solidFill>
          <a:ln w="9360" cap="sq">
            <a:solidFill>
              <a:srgbClr val="558ED5"/>
            </a:solidFill>
            <a:round/>
            <a:headEnd/>
            <a:tailEnd/>
          </a:ln>
        </p:spPr>
        <p:txBody>
          <a:bodyPr wrap="square" lIns="90000" tIns="45000" rIns="90000" bIns="45000">
            <a:spAutoFit/>
          </a:bodyPr>
          <a:lstStyle/>
          <a:p>
            <a:pPr algn="just" eaLnBrk="1" hangingPunct="1">
              <a:lnSpc>
                <a:spcPct val="93000"/>
              </a:lnSpc>
              <a:buSzPct val="10000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pPr>
            <a:r>
              <a:rPr lang="en-US" altLang="en-US" sz="1200" b="1" dirty="0">
                <a:solidFill>
                  <a:srgbClr val="000000"/>
                </a:solidFill>
                <a:latin typeface="Calibri" pitchFamily="32" charset="0"/>
              </a:rPr>
              <a:t>Key Engagements Delivered :</a:t>
            </a:r>
          </a:p>
          <a:p>
            <a:pPr algn="just" eaLnBrk="1" hangingPunct="1">
              <a:lnSpc>
                <a:spcPct val="93000"/>
              </a:lnSpc>
              <a:buSzPct val="10000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pPr>
            <a:endParaRPr lang="en-US" altLang="en-US" sz="1200" b="1" dirty="0">
              <a:solidFill>
                <a:srgbClr val="000000"/>
              </a:solidFill>
              <a:latin typeface="Calibri" pitchFamily="32" charset="0"/>
            </a:endParaRPr>
          </a:p>
          <a:p>
            <a:pPr marL="171450" indent="-171450">
              <a:spcAft>
                <a:spcPts val="400"/>
              </a:spcAft>
              <a:buFont typeface="Arial" panose="020B0604020202020204" pitchFamily="34" charset="0"/>
              <a:buChar char="•"/>
            </a:pPr>
            <a:r>
              <a:rPr lang="en-US" sz="1200" dirty="0">
                <a:solidFill>
                  <a:srgbClr val="000000"/>
                </a:solidFill>
                <a:latin typeface="Calibri" panose="020F0502020204030204" pitchFamily="34" charset="0"/>
              </a:rPr>
              <a:t>Refinitiv(LSEG) Transformation Program (Quote to Cash &amp; License Management ) : End to End Solution Architect on Salesforce, SAP, License Management Systems, Dell Boomi Platform for QTC transformation project. </a:t>
            </a:r>
          </a:p>
          <a:p>
            <a:pPr marL="171450" indent="-171450">
              <a:spcAft>
                <a:spcPts val="400"/>
              </a:spcAft>
              <a:buFont typeface="Arial" panose="020B0604020202020204" pitchFamily="34" charset="0"/>
              <a:buChar char="•"/>
            </a:pPr>
            <a:r>
              <a:rPr lang="en-US" sz="1200" dirty="0">
                <a:solidFill>
                  <a:srgbClr val="000000"/>
                </a:solidFill>
                <a:latin typeface="Calibri" panose="020F0502020204030204" pitchFamily="34" charset="0"/>
              </a:rPr>
              <a:t>Responsibilities includes: End to end Solution designed based on Salesforce to add lot more flexibilities with attribute-based Pricing, Automated Contract Subscription based Operations and approvals. Transformed and migrated the existing Siebel assets into Salesforce CPQ subscriptions. </a:t>
            </a:r>
          </a:p>
          <a:p>
            <a:pPr marL="171450" indent="-171450">
              <a:spcAft>
                <a:spcPts val="400"/>
              </a:spcAft>
              <a:buFont typeface="Arial" panose="020B0604020202020204" pitchFamily="34" charset="0"/>
              <a:buChar char="•"/>
            </a:pPr>
            <a:r>
              <a:rPr lang="en-US" sz="1200" dirty="0">
                <a:solidFill>
                  <a:srgbClr val="000000"/>
                </a:solidFill>
                <a:latin typeface="Calibri" panose="020F0502020204030204" pitchFamily="34" charset="0"/>
              </a:rPr>
              <a:t>Design and Development of custom License Management modules for Multiple automated and manual fulfillment systems.</a:t>
            </a:r>
          </a:p>
          <a:p>
            <a:pPr marL="171450" indent="-171450">
              <a:spcAft>
                <a:spcPts val="400"/>
              </a:spcAft>
              <a:buFont typeface="Arial" panose="020B0604020202020204" pitchFamily="34" charset="0"/>
              <a:buChar char="•"/>
            </a:pPr>
            <a:r>
              <a:rPr lang="en-US" sz="1200" dirty="0">
                <a:solidFill>
                  <a:srgbClr val="000000"/>
                </a:solidFill>
                <a:latin typeface="Calibri" panose="020F0502020204030204" pitchFamily="34" charset="0"/>
              </a:rPr>
              <a:t>Key projects worked in Refinitiv: - Third party portal, Genesis, GRC Migration to TRUST.</a:t>
            </a:r>
          </a:p>
          <a:p>
            <a:pPr marL="171450" indent="-171450">
              <a:spcAft>
                <a:spcPts val="400"/>
              </a:spcAft>
              <a:buFont typeface="Arial" panose="020B0604020202020204" pitchFamily="34" charset="0"/>
              <a:buChar char="•"/>
            </a:pPr>
            <a:r>
              <a:rPr lang="en-US" sz="1200" dirty="0">
                <a:solidFill>
                  <a:srgbClr val="000000"/>
                </a:solidFill>
                <a:latin typeface="Calibri" panose="020F0502020204030204" pitchFamily="34" charset="0"/>
              </a:rPr>
              <a:t>Lead Solution designer for Refinitiv Third party portal, Fulfillment, GRC Integration projects.</a:t>
            </a:r>
          </a:p>
          <a:p>
            <a:pPr marL="171450" indent="-171450">
              <a:spcAft>
                <a:spcPts val="400"/>
              </a:spcAft>
              <a:buFont typeface="Arial" panose="020B0604020202020204" pitchFamily="34" charset="0"/>
              <a:buChar char="•"/>
            </a:pPr>
            <a:r>
              <a:rPr lang="en-US" sz="1200" dirty="0">
                <a:solidFill>
                  <a:srgbClr val="000000"/>
                </a:solidFill>
                <a:latin typeface="Calibri" panose="020F0502020204030204" pitchFamily="34" charset="0"/>
              </a:rPr>
              <a:t>Responsibilities include providing designing alternatives and best practices, conducted collection and analysis of functional, technical and non-functional requirements. Architect and design the trigger components framework, Common VF page framework and error Handling framework for the project.</a:t>
            </a:r>
          </a:p>
          <a:p>
            <a:pPr marL="171450" indent="-171450">
              <a:spcAft>
                <a:spcPts val="400"/>
              </a:spcAft>
              <a:buFont typeface="Arial" panose="020B0604020202020204" pitchFamily="34" charset="0"/>
              <a:buChar char="•"/>
            </a:pPr>
            <a:r>
              <a:rPr lang="en-US" sz="1200" dirty="0">
                <a:solidFill>
                  <a:srgbClr val="000000"/>
                </a:solidFill>
                <a:latin typeface="Calibri" pitchFamily="32" charset="0"/>
              </a:rPr>
              <a:t>Lead Salesforce Technical  Consultant for Adobe  Territory  Assignment  and  Compensation project. Responsibilities include  auto  mate  the  sales  team  assignments  for  Account  and  Opportunities, correct  sales  visibility,  reduced  error rates, accurate  pipelines  and  comp  layouts,  better reporting,  streamlined  processes  across  different  teams  hand-off and  scalability.</a:t>
            </a:r>
          </a:p>
          <a:p>
            <a:pPr marL="171450" indent="-171450">
              <a:spcAft>
                <a:spcPts val="400"/>
              </a:spcAft>
              <a:buFont typeface="Arial" panose="020B0604020202020204" pitchFamily="34" charset="0"/>
              <a:buChar char="•"/>
            </a:pPr>
            <a:r>
              <a:rPr lang="en-US" sz="1200" dirty="0">
                <a:solidFill>
                  <a:srgbClr val="000000"/>
                </a:solidFill>
                <a:latin typeface="Calibri" pitchFamily="32" charset="0"/>
              </a:rPr>
              <a:t>Lead  Salesforce Technical Consultant  for  Adobe for  Enterprise  Lead  to  order  (ELO)  Project.  Responsible  for  creation  of  new processes  pertaining  to  products,  orders,  entitlements  and  integration  between SAP  and  Salesforce using  REST  and SOAP based  API  services  and  providing  functional  and  technical  documentations including  solution  design and process  flow  documentation</a:t>
            </a:r>
          </a:p>
          <a:p>
            <a:pPr marL="171450" indent="-171450">
              <a:spcAft>
                <a:spcPts val="400"/>
              </a:spcAft>
              <a:buFont typeface="Arial" panose="020B0604020202020204" pitchFamily="34" charset="0"/>
              <a:buChar char="•"/>
            </a:pPr>
            <a:r>
              <a:rPr lang="en-US" sz="1200" dirty="0">
                <a:solidFill>
                  <a:srgbClr val="000000"/>
                </a:solidFill>
                <a:latin typeface="Calibri" pitchFamily="32" charset="0"/>
              </a:rPr>
              <a:t>Senior  SAP  Technical  Consultant for  Adobe for  Macromedia Data  migration,  SAP  Upgrade  projects.  Responsibilities include  requirements  workshops,  implementation  plan and  testing  scripts, migrate  the Business  Partner, Registration,  Contracts,  and  Case  data  from  legacy  systems  to  SAP  CRM  system,  created  new  utilities  for  updating profit  centers  on open  order/line  items.</a:t>
            </a:r>
          </a:p>
        </p:txBody>
      </p:sp>
      <p:sp>
        <p:nvSpPr>
          <p:cNvPr id="31" name="Rectangle 8">
            <a:extLst>
              <a:ext uri="{FF2B5EF4-FFF2-40B4-BE49-F238E27FC236}">
                <a16:creationId xmlns:a16="http://schemas.microsoft.com/office/drawing/2014/main" id="{CB788E3C-9989-4C6E-AECE-50DD0AC1E761}"/>
              </a:ext>
            </a:extLst>
          </p:cNvPr>
          <p:cNvSpPr>
            <a:spLocks noChangeArrowheads="1"/>
          </p:cNvSpPr>
          <p:nvPr/>
        </p:nvSpPr>
        <p:spPr bwMode="auto">
          <a:xfrm>
            <a:off x="0" y="22226"/>
            <a:ext cx="6094413" cy="666750"/>
          </a:xfrm>
          <a:prstGeom prst="rect">
            <a:avLst/>
          </a:prstGeom>
          <a:noFill/>
          <a:ln w="9525">
            <a:noFill/>
            <a:round/>
            <a:headEnd/>
            <a:tailEnd/>
          </a:ln>
        </p:spPr>
        <p:txBody>
          <a:bodyPr lIns="90000" tIns="46800" rIns="90000" bIns="46800" anchor="ctr"/>
          <a:lstStyle/>
          <a:p>
            <a:pPr eaLnBrk="1" hangingPunct="1">
              <a:lnSpc>
                <a:spcPct val="102000"/>
              </a:lnSpc>
              <a:buSzPct val="10000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pPr>
            <a:endParaRPr lang="en-US" altLang="en-US" sz="2000" b="1" dirty="0">
              <a:solidFill>
                <a:srgbClr val="FFFFFF"/>
              </a:solidFill>
              <a:latin typeface="Calibri" pitchFamily="32" charset="0"/>
            </a:endParaRPr>
          </a:p>
          <a:p>
            <a:pPr eaLnBrk="1" hangingPunct="1">
              <a:lnSpc>
                <a:spcPct val="102000"/>
              </a:lnSpc>
              <a:buSzPct val="10000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pPr>
            <a:r>
              <a:rPr lang="en-US" altLang="en-US" sz="2000" b="1" dirty="0">
                <a:solidFill>
                  <a:srgbClr val="FFFFFF"/>
                </a:solidFill>
                <a:latin typeface="Calibri" pitchFamily="32" charset="0"/>
              </a:rPr>
              <a:t> Suresh Narra</a:t>
            </a:r>
          </a:p>
          <a:p>
            <a:pPr>
              <a:buClr>
                <a:srgbClr val="000000"/>
              </a:buClr>
              <a:buSzPct val="100000"/>
              <a:buFont typeface="Times New Roman" pitchFamily="16" charset="0"/>
              <a:buNone/>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pPr>
            <a:r>
              <a:rPr lang="en-US" altLang="en-US" sz="1200" b="1" dirty="0">
                <a:solidFill>
                  <a:srgbClr val="FFFFFF"/>
                </a:solidFill>
                <a:latin typeface="Calibri" pitchFamily="32" charset="0"/>
              </a:rPr>
              <a:t> Ph- +44-7448623159</a:t>
            </a:r>
          </a:p>
          <a:p>
            <a:pPr>
              <a:buClr>
                <a:srgbClr val="000000"/>
              </a:buClr>
              <a:buSzPct val="100000"/>
              <a:buFont typeface="Times New Roman" pitchFamily="16" charset="0"/>
              <a:buNone/>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pPr>
            <a:r>
              <a:rPr lang="en-US" altLang="en-US" sz="1200" b="1" dirty="0">
                <a:solidFill>
                  <a:srgbClr val="FFFFFF"/>
                </a:solidFill>
                <a:latin typeface="Calibri" pitchFamily="32" charset="0"/>
              </a:rPr>
              <a:t> Email : </a:t>
            </a:r>
            <a:r>
              <a:rPr lang="en-GB" altLang="en-US" sz="1200" dirty="0"/>
              <a:t>suresh.narra</a:t>
            </a:r>
            <a:r>
              <a:rPr lang="en-GB" sz="1200" dirty="0"/>
              <a:t>@tcs.com</a:t>
            </a:r>
          </a:p>
          <a:p>
            <a:pPr>
              <a:buClr>
                <a:srgbClr val="000000"/>
              </a:buClr>
              <a:buSzPct val="100000"/>
              <a:buFont typeface="Times New Roman" pitchFamily="16" charset="0"/>
              <a:buNone/>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pPr>
            <a:r>
              <a:rPr lang="en-US" altLang="en-US" sz="1200" dirty="0">
                <a:solidFill>
                  <a:srgbClr val="FFFFFF"/>
                </a:solidFill>
                <a:latin typeface="Myriad Pro" charset="0"/>
              </a:rPr>
              <a:t>	</a:t>
            </a:r>
            <a:br>
              <a:rPr lang="en-US" altLang="en-US" sz="1200" dirty="0">
                <a:solidFill>
                  <a:srgbClr val="FFFFFF"/>
                </a:solidFill>
                <a:latin typeface="Myriad Pro" charset="0"/>
              </a:rPr>
            </a:br>
            <a:endParaRPr lang="en-US" altLang="en-US" sz="1200" dirty="0">
              <a:solidFill>
                <a:srgbClr val="FFFFFF"/>
              </a:solidFill>
              <a:latin typeface="Myriad Pro" charset="0"/>
            </a:endParaRPr>
          </a:p>
        </p:txBody>
      </p:sp>
      <p:pic>
        <p:nvPicPr>
          <p:cNvPr id="32" name="Picture 20">
            <a:extLst>
              <a:ext uri="{FF2B5EF4-FFF2-40B4-BE49-F238E27FC236}">
                <a16:creationId xmlns:a16="http://schemas.microsoft.com/office/drawing/2014/main" id="{FC985D57-BCEC-40CA-A07B-56E13E3375E8}"/>
              </a:ext>
            </a:extLst>
          </p:cNvPr>
          <p:cNvPicPr>
            <a:picLocks noChangeAspect="1" noChangeArrowheads="1"/>
          </p:cNvPicPr>
          <p:nvPr/>
        </p:nvPicPr>
        <p:blipFill>
          <a:blip r:embed="rId2" cstate="print"/>
          <a:srcRect/>
          <a:stretch>
            <a:fillRect/>
          </a:stretch>
        </p:blipFill>
        <p:spPr bwMode="auto">
          <a:xfrm>
            <a:off x="5488959" y="108431"/>
            <a:ext cx="1021287" cy="621985"/>
          </a:xfrm>
          <a:prstGeom prst="rect">
            <a:avLst/>
          </a:prstGeom>
          <a:noFill/>
          <a:ln w="9525">
            <a:noFill/>
            <a:miter lim="800000"/>
            <a:headEnd/>
            <a:tailEnd/>
          </a:ln>
        </p:spPr>
      </p:pic>
      <p:pic>
        <p:nvPicPr>
          <p:cNvPr id="33" name="Picture 32">
            <a:extLst>
              <a:ext uri="{FF2B5EF4-FFF2-40B4-BE49-F238E27FC236}">
                <a16:creationId xmlns:a16="http://schemas.microsoft.com/office/drawing/2014/main" id="{0ADDCA9D-1B5E-47D7-98B2-96059920012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30889" y="108431"/>
            <a:ext cx="1028788" cy="588869"/>
          </a:xfrm>
          <a:prstGeom prst="rect">
            <a:avLst/>
          </a:prstGeom>
        </p:spPr>
      </p:pic>
      <p:pic>
        <p:nvPicPr>
          <p:cNvPr id="34" name="Picture 6" descr="Image result for APTTUS CERTIFICATION badges">
            <a:extLst>
              <a:ext uri="{FF2B5EF4-FFF2-40B4-BE49-F238E27FC236}">
                <a16:creationId xmlns:a16="http://schemas.microsoft.com/office/drawing/2014/main" id="{C8701C2F-8AD0-4181-BD65-E9442233AA0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16152" y="79462"/>
            <a:ext cx="633827" cy="769042"/>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8" descr="Image result for APTTUS CPQ LEVE2">
            <a:extLst>
              <a:ext uri="{FF2B5EF4-FFF2-40B4-BE49-F238E27FC236}">
                <a16:creationId xmlns:a16="http://schemas.microsoft.com/office/drawing/2014/main" id="{6A9CCB71-0940-48B5-81C1-B0750AFE8EC3}"/>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182295" y="126657"/>
            <a:ext cx="1148187" cy="602798"/>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10" descr="Badges Image">
            <a:extLst>
              <a:ext uri="{FF2B5EF4-FFF2-40B4-BE49-F238E27FC236}">
                <a16:creationId xmlns:a16="http://schemas.microsoft.com/office/drawing/2014/main" id="{1936043D-6391-41BA-AE78-9575D4294976}"/>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77520" y="65647"/>
            <a:ext cx="633828" cy="771382"/>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18" descr="Image result for sap">
            <a:extLst>
              <a:ext uri="{FF2B5EF4-FFF2-40B4-BE49-F238E27FC236}">
                <a16:creationId xmlns:a16="http://schemas.microsoft.com/office/drawing/2014/main" id="{4A2BB8B8-B7A5-417A-B3F3-E75C7E9EA03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448295" y="160006"/>
            <a:ext cx="952386" cy="485717"/>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20" descr="Image result for vistex certification">
            <a:extLst>
              <a:ext uri="{FF2B5EF4-FFF2-40B4-BE49-F238E27FC236}">
                <a16:creationId xmlns:a16="http://schemas.microsoft.com/office/drawing/2014/main" id="{7C7395BD-F49B-461E-AC6D-62CF3626725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0545926" y="160006"/>
            <a:ext cx="681200" cy="425750"/>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38">
            <a:extLst>
              <a:ext uri="{FF2B5EF4-FFF2-40B4-BE49-F238E27FC236}">
                <a16:creationId xmlns:a16="http://schemas.microsoft.com/office/drawing/2014/main" id="{D60FC0E2-460E-4224-B0FC-8696ADD69CA0}"/>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flipH="1">
            <a:off x="11350636" y="160676"/>
            <a:ext cx="761891" cy="589275"/>
          </a:xfrm>
          <a:prstGeom prst="rect">
            <a:avLst/>
          </a:prstGeom>
        </p:spPr>
      </p:pic>
      <p:pic>
        <p:nvPicPr>
          <p:cNvPr id="40" name="Picture 4" descr="https://tse4.mm.bing.net/th?id=OIP.HJK7NGMFo7KnHAIZ94xIQwAAAA&amp;pid=Api&amp;P=0&amp;w=333&amp;h=191">
            <a:extLst>
              <a:ext uri="{FF2B5EF4-FFF2-40B4-BE49-F238E27FC236}">
                <a16:creationId xmlns:a16="http://schemas.microsoft.com/office/drawing/2014/main" id="{B2063E3F-C2CE-4D20-8C29-321C048BB7CB}"/>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363108" y="108431"/>
            <a:ext cx="1038499" cy="595656"/>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descr="A person in a suit&#10;&#10;Description automatically generated with low confidence">
            <a:extLst>
              <a:ext uri="{FF2B5EF4-FFF2-40B4-BE49-F238E27FC236}">
                <a16:creationId xmlns:a16="http://schemas.microsoft.com/office/drawing/2014/main" id="{4278FD1D-14EA-4DD9-A9AA-06EBE1C013E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207380" y="22226"/>
            <a:ext cx="927430" cy="929748"/>
          </a:xfrm>
          <a:prstGeom prst="rect">
            <a:avLst/>
          </a:prstGeom>
        </p:spPr>
      </p:pic>
    </p:spTree>
    <p:extLst>
      <p:ext uri="{BB962C8B-B14F-4D97-AF65-F5344CB8AC3E}">
        <p14:creationId xmlns:p14="http://schemas.microsoft.com/office/powerpoint/2010/main" val="12385610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TotalTime>
  <Words>586</Words>
  <Application>Microsoft Office PowerPoint</Application>
  <PresentationFormat>Widescreen</PresentationFormat>
  <Paragraphs>54</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Calibri Light</vt:lpstr>
      <vt:lpstr>Myriad Pro</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Suresh Narra</dc:creator>
  <cp:lastModifiedBy>Suresh Narra</cp:lastModifiedBy>
  <cp:revision>1</cp:revision>
  <dcterms:created xsi:type="dcterms:W3CDTF">2022-05-09T14:38:21Z</dcterms:created>
  <dcterms:modified xsi:type="dcterms:W3CDTF">2023-05-12T08:40:32Z</dcterms:modified>
</cp:coreProperties>
</file>