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55" d="100"/>
          <a:sy n="155" d="100"/>
        </p:scale>
        <p:origin x="390"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sh Narra" userId="fcc1da96-aada-47f5-9720-7954c40fe31d" providerId="ADAL" clId="{65E78D39-C2FF-4ADE-94A6-C5FF874163FD}"/>
    <pc:docChg chg="undo redo custSel modSld">
      <pc:chgData name="Suresh Narra" userId="fcc1da96-aada-47f5-9720-7954c40fe31d" providerId="ADAL" clId="{65E78D39-C2FF-4ADE-94A6-C5FF874163FD}" dt="2023-05-12T08:40:28.504" v="28" actId="20577"/>
      <pc:docMkLst>
        <pc:docMk/>
      </pc:docMkLst>
      <pc:sldChg chg="modSp mod">
        <pc:chgData name="Suresh Narra" userId="fcc1da96-aada-47f5-9720-7954c40fe31d" providerId="ADAL" clId="{65E78D39-C2FF-4ADE-94A6-C5FF874163FD}" dt="2023-05-12T08:40:28.504" v="28" actId="20577"/>
        <pc:sldMkLst>
          <pc:docMk/>
          <pc:sldMk cId="1238561041" sldId="256"/>
        </pc:sldMkLst>
        <pc:spChg chg="mod">
          <ac:chgData name="Suresh Narra" userId="fcc1da96-aada-47f5-9720-7954c40fe31d" providerId="ADAL" clId="{65E78D39-C2FF-4ADE-94A6-C5FF874163FD}" dt="2023-05-12T08:40:19.127" v="21" actId="1076"/>
          <ac:spMkLst>
            <pc:docMk/>
            <pc:sldMk cId="1238561041" sldId="256"/>
            <ac:spMk id="24" creationId="{54880E9D-782D-4F86-863B-E092171C9C7E}"/>
          </ac:spMkLst>
        </pc:spChg>
        <pc:spChg chg="mod">
          <ac:chgData name="Suresh Narra" userId="fcc1da96-aada-47f5-9720-7954c40fe31d" providerId="ADAL" clId="{65E78D39-C2FF-4ADE-94A6-C5FF874163FD}" dt="2023-05-12T08:40:28.504" v="28" actId="20577"/>
          <ac:spMkLst>
            <pc:docMk/>
            <pc:sldMk cId="1238561041" sldId="256"/>
            <ac:spMk id="26" creationId="{7C2F1080-C7F4-4F1C-A610-E29F56BE27AE}"/>
          </ac:spMkLst>
        </pc:spChg>
        <pc:spChg chg="mod">
          <ac:chgData name="Suresh Narra" userId="fcc1da96-aada-47f5-9720-7954c40fe31d" providerId="ADAL" clId="{65E78D39-C2FF-4ADE-94A6-C5FF874163FD}" dt="2023-05-12T08:39:55.793" v="12"/>
          <ac:spMkLst>
            <pc:docMk/>
            <pc:sldMk cId="1238561041" sldId="256"/>
            <ac:spMk id="29" creationId="{7359A020-2A16-4BE4-97CA-F75E9C4179FC}"/>
          </ac:spMkLst>
        </pc:spChg>
        <pc:spChg chg="mod">
          <ac:chgData name="Suresh Narra" userId="fcc1da96-aada-47f5-9720-7954c40fe31d" providerId="ADAL" clId="{65E78D39-C2FF-4ADE-94A6-C5FF874163FD}" dt="2023-05-12T08:40:19.799" v="22" actId="1076"/>
          <ac:spMkLst>
            <pc:docMk/>
            <pc:sldMk cId="1238561041" sldId="256"/>
            <ac:spMk id="31" creationId="{CB788E3C-9989-4C6E-AECE-50DD0AC1E761}"/>
          </ac:spMkLst>
        </pc:spChg>
      </pc:sldChg>
    </pc:docChg>
  </pc:docChgLst>
  <pc:docChgLst>
    <pc:chgData name="Suresh Narra" userId="fcc1da96-aada-47f5-9720-7954c40fe31d" providerId="ADAL" clId="{3B0DC82E-36C2-4E19-84F0-6671449CE435}"/>
    <pc:docChg chg="undo custSel modSld">
      <pc:chgData name="Suresh Narra" userId="fcc1da96-aada-47f5-9720-7954c40fe31d" providerId="ADAL" clId="{3B0DC82E-36C2-4E19-84F0-6671449CE435}" dt="2022-08-09T11:10:13.576" v="7" actId="1076"/>
      <pc:docMkLst>
        <pc:docMk/>
      </pc:docMkLst>
      <pc:sldChg chg="modSp mod">
        <pc:chgData name="Suresh Narra" userId="fcc1da96-aada-47f5-9720-7954c40fe31d" providerId="ADAL" clId="{3B0DC82E-36C2-4E19-84F0-6671449CE435}" dt="2022-08-09T11:10:13.576" v="7" actId="1076"/>
        <pc:sldMkLst>
          <pc:docMk/>
          <pc:sldMk cId="1238561041" sldId="256"/>
        </pc:sldMkLst>
        <pc:spChg chg="mod">
          <ac:chgData name="Suresh Narra" userId="fcc1da96-aada-47f5-9720-7954c40fe31d" providerId="ADAL" clId="{3B0DC82E-36C2-4E19-84F0-6671449CE435}" dt="2022-08-09T11:10:04.087" v="6" actId="20577"/>
          <ac:spMkLst>
            <pc:docMk/>
            <pc:sldMk cId="1238561041" sldId="256"/>
            <ac:spMk id="31" creationId="{CB788E3C-9989-4C6E-AECE-50DD0AC1E761}"/>
          </ac:spMkLst>
        </pc:spChg>
        <pc:picChg chg="mod">
          <ac:chgData name="Suresh Narra" userId="fcc1da96-aada-47f5-9720-7954c40fe31d" providerId="ADAL" clId="{3B0DC82E-36C2-4E19-84F0-6671449CE435}" dt="2022-08-09T11:10:13.576" v="7" actId="1076"/>
          <ac:picMkLst>
            <pc:docMk/>
            <pc:sldMk cId="1238561041" sldId="256"/>
            <ac:picMk id="41" creationId="{4278FD1D-14EA-4DD9-A9AA-06EBE1C013E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FD459-0F06-4BBE-8FBD-866636C172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0EB6EEE7-65AA-41FA-920F-C7444C06F5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D172062-ACA4-4097-A1C1-E527BC8DFFF6}"/>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5" name="Footer Placeholder 4">
            <a:extLst>
              <a:ext uri="{FF2B5EF4-FFF2-40B4-BE49-F238E27FC236}">
                <a16:creationId xmlns:a16="http://schemas.microsoft.com/office/drawing/2014/main" id="{72895B48-6648-4808-A883-BC755F7956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8A999B2-F0CA-4E1C-B3C1-82E738519F15}"/>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894400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C423A-9AA8-46F7-99DE-F309FD7E82A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83455C4-5F1C-4BBE-B031-C6F914713B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E406F52-764D-4F8F-9F42-0310159995C8}"/>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5" name="Footer Placeholder 4">
            <a:extLst>
              <a:ext uri="{FF2B5EF4-FFF2-40B4-BE49-F238E27FC236}">
                <a16:creationId xmlns:a16="http://schemas.microsoft.com/office/drawing/2014/main" id="{E246758F-D82B-4590-828B-4D4C41C1F9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C04CD6A-C546-46EF-905C-3AF29B9AB254}"/>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000947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CA72B-8E60-449C-BF4B-455E9F0A689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81A30790-3E87-4AF2-85AF-1E6C5471FA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3B9235-F62A-4EE8-A524-FF05EE7B51C0}"/>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5" name="Footer Placeholder 4">
            <a:extLst>
              <a:ext uri="{FF2B5EF4-FFF2-40B4-BE49-F238E27FC236}">
                <a16:creationId xmlns:a16="http://schemas.microsoft.com/office/drawing/2014/main" id="{DE2A8A8E-E6E5-4279-9F08-AD34FC54B5D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F575584-B5FC-47DE-9F9F-0E1A972CA9B2}"/>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96220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8523C-4870-4EB7-ADAA-1563C69221E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AA1CC73-A8E0-4CFE-83F4-3B0E472BC5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0DCCBD-5CE4-42DD-8E03-C97B4D05A5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9CA16F9-5A4F-4893-A50A-13F016A0C2D7}"/>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6" name="Footer Placeholder 5">
            <a:extLst>
              <a:ext uri="{FF2B5EF4-FFF2-40B4-BE49-F238E27FC236}">
                <a16:creationId xmlns:a16="http://schemas.microsoft.com/office/drawing/2014/main" id="{04BE87A0-81FC-41D9-9DEE-36218581511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18FEA7-0EB3-4AE2-A96D-1B77B12E5F68}"/>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9523876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456B0-6284-4B90-9B67-D482B5CEF5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BC70CB-E157-46D3-A1BC-9B7EC6C05E2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CFE8779-0F1B-49A9-ABDB-50F2CEE4FE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072F2CA-85D8-4532-B648-BA28141EFC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5FB44C-F6A1-4614-BCDD-122F8EEFDF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2CA139D8-518D-43EA-8233-E871B8F4CA20}"/>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8" name="Footer Placeholder 7">
            <a:extLst>
              <a:ext uri="{FF2B5EF4-FFF2-40B4-BE49-F238E27FC236}">
                <a16:creationId xmlns:a16="http://schemas.microsoft.com/office/drawing/2014/main" id="{5D50FFE9-A64F-476E-9FF7-018C84FF0A10}"/>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23B4F29-8B6B-4005-9F55-00D6A730C2D9}"/>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6224670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9D413-3FEF-4199-8781-42341B5E1FA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0AC586C-DFC9-4FF7-BE69-9345BBC30367}"/>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4" name="Footer Placeholder 3">
            <a:extLst>
              <a:ext uri="{FF2B5EF4-FFF2-40B4-BE49-F238E27FC236}">
                <a16:creationId xmlns:a16="http://schemas.microsoft.com/office/drawing/2014/main" id="{4F21B5E5-44B3-4083-8A37-4C4AC4B40C7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BF83CE5-DDC2-41C2-8557-C2FB9BEEE829}"/>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2386183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8BD0D1-2D84-415A-A021-498B5E8AE873}"/>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3" name="Footer Placeholder 2">
            <a:extLst>
              <a:ext uri="{FF2B5EF4-FFF2-40B4-BE49-F238E27FC236}">
                <a16:creationId xmlns:a16="http://schemas.microsoft.com/office/drawing/2014/main" id="{E677B127-4B07-4E0B-8399-BE1D946545A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5B64B1D-087E-4698-AADD-4B8035DE96A4}"/>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4089322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CB88D-AD8F-40AC-BBF5-AB075D4DB9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D52372F-29CD-4ADE-A8C5-7BA8C77B82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F39CD2DC-8DDD-4BF0-97E3-9CFBE94CA28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8F56396-4814-43A8-9C6B-105DF13746C6}"/>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6" name="Footer Placeholder 5">
            <a:extLst>
              <a:ext uri="{FF2B5EF4-FFF2-40B4-BE49-F238E27FC236}">
                <a16:creationId xmlns:a16="http://schemas.microsoft.com/office/drawing/2014/main" id="{29B6B7C1-908B-43A5-BCC9-11ED4A2DB37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58A6076-9612-4DBF-BC45-344466ACF369}"/>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26218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0DEAC-4D4B-47D3-9418-E3301788B3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275A48FC-BF1D-409F-BC6E-9A07BD2D1B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177A42B8-2460-49E4-90AD-A4B05D7A9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6096CF-2C2E-4417-BE80-BC224B179D15}"/>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6" name="Footer Placeholder 5">
            <a:extLst>
              <a:ext uri="{FF2B5EF4-FFF2-40B4-BE49-F238E27FC236}">
                <a16:creationId xmlns:a16="http://schemas.microsoft.com/office/drawing/2014/main" id="{F82FBCC5-66BB-461E-B191-85B2857D44F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E1FE5A0-21D1-40D0-9F02-63A520B3C57A}"/>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2688943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3D2A7-6A23-4039-94CD-E21BF8B7BA1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634AA3A-7533-49CA-BB59-89A3641B3A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40C1129-8E0F-4B10-B761-EBF13DEB444A}"/>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5" name="Footer Placeholder 4">
            <a:extLst>
              <a:ext uri="{FF2B5EF4-FFF2-40B4-BE49-F238E27FC236}">
                <a16:creationId xmlns:a16="http://schemas.microsoft.com/office/drawing/2014/main" id="{40985B6D-D184-4F18-AEED-02D03818EB9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F93586-73A1-4046-A49F-53EB1756063A}"/>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788699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7198A3-F2FE-42AE-960E-95245A1C3C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61B631-8860-4176-B2B7-8B4DACFF260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EAA5329-3673-4A06-9B41-8226672CD7F5}"/>
              </a:ext>
            </a:extLst>
          </p:cNvPr>
          <p:cNvSpPr>
            <a:spLocks noGrp="1"/>
          </p:cNvSpPr>
          <p:nvPr>
            <p:ph type="dt" sz="half" idx="10"/>
          </p:nvPr>
        </p:nvSpPr>
        <p:spPr/>
        <p:txBody>
          <a:bodyPr/>
          <a:lstStyle/>
          <a:p>
            <a:fld id="{E9C89D63-B5F4-41D9-BF36-D8AA50F08B6E}" type="datetimeFigureOut">
              <a:rPr lang="en-GB" smtClean="0"/>
              <a:t>22/01/2025</a:t>
            </a:fld>
            <a:endParaRPr lang="en-GB"/>
          </a:p>
        </p:txBody>
      </p:sp>
      <p:sp>
        <p:nvSpPr>
          <p:cNvPr id="5" name="Footer Placeholder 4">
            <a:extLst>
              <a:ext uri="{FF2B5EF4-FFF2-40B4-BE49-F238E27FC236}">
                <a16:creationId xmlns:a16="http://schemas.microsoft.com/office/drawing/2014/main" id="{77A4A8D5-94A0-427A-AA77-DBD4F5F302F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E16F9E2-8EDA-4186-8373-6C4579D17881}"/>
              </a:ext>
            </a:extLst>
          </p:cNvPr>
          <p:cNvSpPr>
            <a:spLocks noGrp="1"/>
          </p:cNvSpPr>
          <p:nvPr>
            <p:ph type="sldNum" sz="quarter" idx="12"/>
          </p:nvPr>
        </p:nvSpPr>
        <p:spPr/>
        <p:txBody>
          <a:bodyPr/>
          <a:lstStyle/>
          <a:p>
            <a:fld id="{28153353-CE6D-427E-AAFC-55D4A8F288D6}" type="slidenum">
              <a:rPr lang="en-GB" smtClean="0"/>
              <a:t>‹#›</a:t>
            </a:fld>
            <a:endParaRPr lang="en-GB"/>
          </a:p>
        </p:txBody>
      </p:sp>
    </p:spTree>
    <p:extLst>
      <p:ext uri="{BB962C8B-B14F-4D97-AF65-F5344CB8AC3E}">
        <p14:creationId xmlns:p14="http://schemas.microsoft.com/office/powerpoint/2010/main" val="1084673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9790699-6A84-4AF2-8FEB-B8C6C1EC51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348CE2D-B15E-4293-9F55-3B31A4BB9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3D95881-9637-48CF-B01A-82454EA23E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89D63-B5F4-41D9-BF36-D8AA50F08B6E}" type="datetimeFigureOut">
              <a:rPr lang="en-GB" smtClean="0"/>
              <a:t>22/01/2025</a:t>
            </a:fld>
            <a:endParaRPr lang="en-GB"/>
          </a:p>
        </p:txBody>
      </p:sp>
      <p:sp>
        <p:nvSpPr>
          <p:cNvPr id="5" name="Footer Placeholder 4">
            <a:extLst>
              <a:ext uri="{FF2B5EF4-FFF2-40B4-BE49-F238E27FC236}">
                <a16:creationId xmlns:a16="http://schemas.microsoft.com/office/drawing/2014/main" id="{88D550B1-E4AC-4B46-A056-0E5A475D5D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EDF3693-4927-4363-92D0-2FDD41D7C7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153353-CE6D-427E-AAFC-55D4A8F288D6}" type="slidenum">
              <a:rPr lang="en-GB" smtClean="0"/>
              <a:t>‹#›</a:t>
            </a:fld>
            <a:endParaRPr lang="en-GB"/>
          </a:p>
        </p:txBody>
      </p:sp>
      <p:sp>
        <p:nvSpPr>
          <p:cNvPr id="7" name="MSIPCMContentMarking" descr="{&quot;HashCode&quot;:1227105120,&quot;Placement&quot;:&quot;Header&quot;,&quot;Top&quot;:0.0,&quot;Left&quot;:887.8163,&quot;SlideWidth&quot;:960,&quot;SlideHeight&quot;:540}">
            <a:extLst>
              <a:ext uri="{FF2B5EF4-FFF2-40B4-BE49-F238E27FC236}">
                <a16:creationId xmlns:a16="http://schemas.microsoft.com/office/drawing/2014/main" id="{61D74EEC-C58B-24CB-8F6D-03D89BF2C673}"/>
              </a:ext>
            </a:extLst>
          </p:cNvPr>
          <p:cNvSpPr txBox="1"/>
          <p:nvPr userDrawn="1"/>
        </p:nvSpPr>
        <p:spPr>
          <a:xfrm>
            <a:off x="11275267" y="0"/>
            <a:ext cx="916733" cy="262344"/>
          </a:xfrm>
          <a:prstGeom prst="rect">
            <a:avLst/>
          </a:prstGeom>
          <a:noFill/>
        </p:spPr>
        <p:txBody>
          <a:bodyPr vert="horz" wrap="square" lIns="0" tIns="0" rIns="0" bIns="0" rtlCol="0" anchor="ctr" anchorCtr="1">
            <a:spAutoFit/>
          </a:bodyPr>
          <a:lstStyle/>
          <a:p>
            <a:pPr algn="r">
              <a:spcBef>
                <a:spcPts val="0"/>
              </a:spcBef>
              <a:spcAft>
                <a:spcPts val="0"/>
              </a:spcAft>
            </a:pPr>
            <a:r>
              <a:rPr lang="en-GB" sz="1000">
                <a:solidFill>
                  <a:srgbClr val="000000"/>
                </a:solidFill>
                <a:latin typeface="Calibri" panose="020F0502020204030204" pitchFamily="34" charset="0"/>
              </a:rPr>
              <a:t>CORPORATE</a:t>
            </a:r>
          </a:p>
        </p:txBody>
      </p:sp>
    </p:spTree>
    <p:extLst>
      <p:ext uri="{BB962C8B-B14F-4D97-AF65-F5344CB8AC3E}">
        <p14:creationId xmlns:p14="http://schemas.microsoft.com/office/powerpoint/2010/main" val="3396614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jp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54880E9D-782D-4F86-863B-E092171C9C7E}"/>
              </a:ext>
            </a:extLst>
          </p:cNvPr>
          <p:cNvSpPr/>
          <p:nvPr/>
        </p:nvSpPr>
        <p:spPr>
          <a:xfrm>
            <a:off x="0" y="-14725"/>
            <a:ext cx="12192000" cy="115252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1">
            <a:extLst>
              <a:ext uri="{FF2B5EF4-FFF2-40B4-BE49-F238E27FC236}">
                <a16:creationId xmlns:a16="http://schemas.microsoft.com/office/drawing/2014/main" id="{D2BBF91D-F09A-43FB-AEB3-9580FEEC8A48}"/>
              </a:ext>
            </a:extLst>
          </p:cNvPr>
          <p:cNvSpPr>
            <a:spLocks noChangeArrowheads="1"/>
          </p:cNvSpPr>
          <p:nvPr/>
        </p:nvSpPr>
        <p:spPr bwMode="auto">
          <a:xfrm>
            <a:off x="1720402" y="-76200"/>
            <a:ext cx="11077864" cy="666750"/>
          </a:xfrm>
          <a:prstGeom prst="rect">
            <a:avLst/>
          </a:prstGeom>
          <a:noFill/>
          <a:ln w="9525">
            <a:noFill/>
            <a:round/>
            <a:headEnd/>
            <a:tailEnd/>
          </a:ln>
        </p:spPr>
        <p:txBody>
          <a:bodyPr lIns="90000" tIns="45000" rIns="90000" bIns="45000" anchor="ctr"/>
          <a:lstStyle/>
          <a:p>
            <a:pPr eaLnBrk="1" hangingPunct="1">
              <a:lnSpc>
                <a:spcPct val="90000"/>
              </a:lnSpc>
              <a:spcBef>
                <a:spcPts val="725"/>
              </a:spcBef>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800" b="1">
              <a:solidFill>
                <a:srgbClr val="000000"/>
              </a:solidFill>
              <a:latin typeface="Calibri" pitchFamily="32" charset="0"/>
            </a:endParaRPr>
          </a:p>
          <a:p>
            <a:pPr eaLnBrk="1" hangingPunct="1">
              <a:lnSpc>
                <a:spcPct val="90000"/>
              </a:lnSpc>
              <a:spcBef>
                <a:spcPts val="725"/>
              </a:spcBef>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800" b="1">
              <a:solidFill>
                <a:srgbClr val="000000"/>
              </a:solidFill>
              <a:latin typeface="Calibri" pitchFamily="32" charset="0"/>
            </a:endParaRPr>
          </a:p>
        </p:txBody>
      </p:sp>
      <p:sp>
        <p:nvSpPr>
          <p:cNvPr id="26" name="Rectangle 3">
            <a:extLst>
              <a:ext uri="{FF2B5EF4-FFF2-40B4-BE49-F238E27FC236}">
                <a16:creationId xmlns:a16="http://schemas.microsoft.com/office/drawing/2014/main" id="{7C2F1080-C7F4-4F1C-A610-E29F56BE27AE}"/>
              </a:ext>
            </a:extLst>
          </p:cNvPr>
          <p:cNvSpPr>
            <a:spLocks noChangeArrowheads="1"/>
          </p:cNvSpPr>
          <p:nvPr/>
        </p:nvSpPr>
        <p:spPr bwMode="auto">
          <a:xfrm>
            <a:off x="116389" y="1220157"/>
            <a:ext cx="5038472" cy="5529412"/>
          </a:xfrm>
          <a:prstGeom prst="rect">
            <a:avLst/>
          </a:prstGeom>
          <a:solidFill>
            <a:srgbClr val="FFFFFF"/>
          </a:solidFill>
          <a:ln w="12600" cap="sq">
            <a:solidFill>
              <a:srgbClr val="3366FF"/>
            </a:solidFill>
            <a:prstDash val="sysDot"/>
            <a:miter lim="800000"/>
            <a:headEnd/>
            <a:tailEnd/>
          </a:ln>
          <a:effectLst/>
        </p:spPr>
        <p:txBody>
          <a:bodyPr lIns="90000" tIns="45000" rIns="90000" bIns="45000"/>
          <a:lstStyle>
            <a:lvl1pPr marL="169863" indent="-147638">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1pPr>
            <a:lvl2pPr>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2pPr>
            <a:lvl3pPr>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3pPr>
            <a:lvl4pPr>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4pPr>
            <a:lvl5pPr>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5pPr>
            <a:lvl6pPr marL="2514600" indent="-228600" defTabSz="457200" eaLnBrk="0" fontAlgn="base" hangingPunct="0">
              <a:spcBef>
                <a:spcPct val="0"/>
              </a:spcBef>
              <a:spcAft>
                <a:spcPct val="0"/>
              </a:spcAft>
              <a:buClr>
                <a:srgbClr val="000000"/>
              </a:buClr>
              <a:buSzPct val="100000"/>
              <a:buFont typeface="Times New Roman" panose="02020603050405020304" pitchFamily="18" charset="0"/>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6pPr>
            <a:lvl7pPr marL="2971800" indent="-228600" defTabSz="457200" eaLnBrk="0" fontAlgn="base" hangingPunct="0">
              <a:spcBef>
                <a:spcPct val="0"/>
              </a:spcBef>
              <a:spcAft>
                <a:spcPct val="0"/>
              </a:spcAft>
              <a:buClr>
                <a:srgbClr val="000000"/>
              </a:buClr>
              <a:buSzPct val="100000"/>
              <a:buFont typeface="Times New Roman" panose="02020603050405020304" pitchFamily="18" charset="0"/>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7pPr>
            <a:lvl8pPr marL="3429000" indent="-228600" defTabSz="457200" eaLnBrk="0" fontAlgn="base" hangingPunct="0">
              <a:spcBef>
                <a:spcPct val="0"/>
              </a:spcBef>
              <a:spcAft>
                <a:spcPct val="0"/>
              </a:spcAft>
              <a:buClr>
                <a:srgbClr val="000000"/>
              </a:buClr>
              <a:buSzPct val="100000"/>
              <a:buFont typeface="Times New Roman" panose="02020603050405020304" pitchFamily="18" charset="0"/>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8pPr>
            <a:lvl9pPr marL="3886200" indent="-228600" defTabSz="457200" eaLnBrk="0" fontAlgn="base" hangingPunct="0">
              <a:spcBef>
                <a:spcPct val="0"/>
              </a:spcBef>
              <a:spcAft>
                <a:spcPct val="0"/>
              </a:spcAft>
              <a:buClr>
                <a:srgbClr val="000000"/>
              </a:buClr>
              <a:buSzPct val="100000"/>
              <a:buFont typeface="Times New Roman" panose="02020603050405020304" pitchFamily="18" charset="0"/>
              <a:tabLst>
                <a:tab pos="169863" algn="l"/>
                <a:tab pos="627063" algn="l"/>
                <a:tab pos="1084263" algn="l"/>
                <a:tab pos="1541463" algn="l"/>
                <a:tab pos="1998663" algn="l"/>
                <a:tab pos="2455863" algn="l"/>
                <a:tab pos="2913063" algn="l"/>
                <a:tab pos="3370263" algn="l"/>
                <a:tab pos="3827463" algn="l"/>
                <a:tab pos="4284663" algn="l"/>
                <a:tab pos="4741863" algn="l"/>
                <a:tab pos="5199063" algn="l"/>
                <a:tab pos="5656263" algn="l"/>
                <a:tab pos="6113463" algn="l"/>
                <a:tab pos="6570663" algn="l"/>
                <a:tab pos="7027863" algn="l"/>
                <a:tab pos="7485063" algn="l"/>
                <a:tab pos="7942263" algn="l"/>
                <a:tab pos="8399463" algn="l"/>
                <a:tab pos="8856663" algn="l"/>
                <a:tab pos="9313863" algn="l"/>
              </a:tabLst>
              <a:defRPr>
                <a:solidFill>
                  <a:srgbClr val="FFFFFF"/>
                </a:solidFill>
                <a:latin typeface="Arial" panose="020B0604020202020204" pitchFamily="34" charset="0"/>
                <a:ea typeface="Microsoft YaHei" panose="020B0503020204020204" pitchFamily="34" charset="-122"/>
              </a:defRPr>
            </a:lvl9pPr>
          </a:lstStyle>
          <a:p>
            <a:pPr algn="just" eaLnBrk="1" hangingPunct="1">
              <a:buSzPct val="100000"/>
              <a:defRPr/>
            </a:pPr>
            <a:r>
              <a:rPr lang="en-US" altLang="en-US" sz="1400" b="1" dirty="0">
                <a:solidFill>
                  <a:schemeClr val="tx1"/>
                </a:solidFill>
                <a:latin typeface="Calibri" panose="020F0502020204030204" pitchFamily="34" charset="0"/>
              </a:rPr>
              <a:t>Active Credentials</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Salesforce Certified Administrator</a:t>
            </a:r>
          </a:p>
          <a:p>
            <a:pPr marL="168275" eaLnBrk="1" hangingPunct="1">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Salesforce Certified App Builder</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Salesforce CPQ Specialist</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Certified </a:t>
            </a:r>
            <a:r>
              <a:rPr lang="en-US" altLang="en-US" sz="1100" dirty="0" err="1">
                <a:solidFill>
                  <a:schemeClr val="tx1"/>
                </a:solidFill>
                <a:latin typeface="Calibri" panose="020F0502020204030204" pitchFamily="34" charset="0"/>
              </a:rPr>
              <a:t>Moover</a:t>
            </a:r>
            <a:r>
              <a:rPr lang="en-US" altLang="en-US" sz="1100" dirty="0">
                <a:solidFill>
                  <a:schemeClr val="tx1"/>
                </a:solidFill>
                <a:latin typeface="Calibri" panose="020F0502020204030204" pitchFamily="34" charset="0"/>
              </a:rPr>
              <a:t> (</a:t>
            </a:r>
            <a:r>
              <a:rPr lang="en-US" altLang="en-US" sz="1100" dirty="0" err="1">
                <a:solidFill>
                  <a:schemeClr val="tx1"/>
                </a:solidFill>
                <a:latin typeface="Calibri" panose="020F0502020204030204" pitchFamily="34" charset="0"/>
              </a:rPr>
              <a:t>Prodly</a:t>
            </a:r>
            <a:r>
              <a:rPr lang="en-US" altLang="en-US" sz="1100" dirty="0">
                <a:solidFill>
                  <a:schemeClr val="tx1"/>
                </a:solidFill>
                <a:latin typeface="Calibri" panose="020F0502020204030204" pitchFamily="34" charset="0"/>
              </a:rPr>
              <a:t>) CPQ Reference Data  Deployment Specialist</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Trailhead Super badge: Salesforce CPQ Admin Fundamentals</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Trailhead Super Badge: Discover Sales Cloud</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Trailhead Super Badge: Salesforce CPQ and Billing</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50 Trailhead Badges with 50,000 points</a:t>
            </a:r>
          </a:p>
          <a:p>
            <a:pPr marL="168275" eaLnBrk="1" hangingPunct="1">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Apttus Quote to Cash Certified</a:t>
            </a:r>
          </a:p>
          <a:p>
            <a:pPr marL="168275" eaLnBrk="1" hangingPunct="1">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Apttus 201 CPQ Essential Certification</a:t>
            </a:r>
          </a:p>
          <a:p>
            <a:pPr marL="168275" eaLnBrk="1" hangingPunct="1">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Apttus 202 CPQ Advanced Certification.</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Apttus CLM Trained.</a:t>
            </a:r>
          </a:p>
          <a:p>
            <a:pPr marL="168275">
              <a:lnSpc>
                <a:spcPct val="93000"/>
              </a:lnSpc>
              <a:buClr>
                <a:srgbClr val="000000"/>
              </a:buClr>
              <a:buSzPct val="100000"/>
              <a:buFont typeface="Arial" panose="020B0604020202020204" pitchFamily="34" charset="0"/>
              <a:buChar char="•"/>
              <a:defRPr/>
            </a:pPr>
            <a:r>
              <a:rPr lang="en-GB" sz="1100" dirty="0">
                <a:solidFill>
                  <a:schemeClr val="tx1"/>
                </a:solidFill>
                <a:latin typeface="Calibri" panose="020F0502020204030204" pitchFamily="34" charset="0"/>
              </a:rPr>
              <a:t>MuleSoft, </a:t>
            </a:r>
            <a:r>
              <a:rPr lang="en-GB" sz="1100" dirty="0" err="1">
                <a:solidFill>
                  <a:schemeClr val="tx1"/>
                </a:solidFill>
                <a:latin typeface="Calibri" panose="020F0502020204030204" pitchFamily="34" charset="0"/>
              </a:rPr>
              <a:t>SnapLogic</a:t>
            </a:r>
            <a:r>
              <a:rPr lang="en-GB" sz="1100" dirty="0">
                <a:solidFill>
                  <a:schemeClr val="tx1"/>
                </a:solidFill>
                <a:latin typeface="Calibri" panose="020F0502020204030204" pitchFamily="34" charset="0"/>
              </a:rPr>
              <a:t>, Boomi, Informatica: API design, </a:t>
            </a:r>
            <a:r>
              <a:rPr lang="en-GB" sz="1100" dirty="0" err="1">
                <a:solidFill>
                  <a:schemeClr val="tx1"/>
                </a:solidFill>
                <a:latin typeface="Calibri" panose="020F0502020204030204" pitchFamily="34" charset="0"/>
              </a:rPr>
              <a:t>Anypoint</a:t>
            </a:r>
            <a:r>
              <a:rPr lang="en-GB" sz="1100" dirty="0">
                <a:solidFill>
                  <a:schemeClr val="tx1"/>
                </a:solidFill>
                <a:latin typeface="Calibri" panose="020F0502020204030204" pitchFamily="34" charset="0"/>
              </a:rPr>
              <a:t> Platform, connectors (HTTP, Salesforce, Database, etc.).</a:t>
            </a:r>
            <a:endParaRPr lang="en-US" altLang="en-US" sz="1100" dirty="0">
              <a:solidFill>
                <a:schemeClr val="tx1"/>
              </a:solidFill>
              <a:latin typeface="Calibri" panose="020F0502020204030204" pitchFamily="34" charset="0"/>
            </a:endParaRP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Acquired Certificate in SAP CRM.</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Acquired certificate in SAP Vistex for Incentives Administration &amp; Configuration</a:t>
            </a:r>
          </a:p>
          <a:p>
            <a:pPr marL="168275">
              <a:lnSpc>
                <a:spcPct val="93000"/>
              </a:lnSpc>
              <a:buClr>
                <a:srgbClr val="000000"/>
              </a:buClr>
              <a:buSzPct val="100000"/>
              <a:buFont typeface="Arial" panose="020B0604020202020204" pitchFamily="34" charset="0"/>
              <a:buChar char="•"/>
              <a:defRPr/>
            </a:pPr>
            <a:r>
              <a:rPr lang="en-US" altLang="en-US" sz="1100" dirty="0">
                <a:solidFill>
                  <a:schemeClr val="tx1"/>
                </a:solidFill>
                <a:latin typeface="Calibri" panose="020F0502020204030204" pitchFamily="34" charset="0"/>
              </a:rPr>
              <a:t>Trained in SAP ABAP.</a:t>
            </a:r>
          </a:p>
          <a:p>
            <a:pPr marL="168275">
              <a:lnSpc>
                <a:spcPct val="93000"/>
              </a:lnSpc>
              <a:buClr>
                <a:srgbClr val="000000"/>
              </a:buClr>
              <a:buSzPct val="100000"/>
              <a:buFont typeface="Arial" panose="020B0604020202020204" pitchFamily="34" charset="0"/>
              <a:buChar char="•"/>
              <a:defRPr/>
            </a:pPr>
            <a:endParaRPr lang="en-US" altLang="en-US" sz="1100" dirty="0">
              <a:solidFill>
                <a:schemeClr val="tx1"/>
              </a:solidFill>
              <a:latin typeface="Calibri" panose="020F0502020204030204" pitchFamily="34" charset="0"/>
            </a:endParaRPr>
          </a:p>
          <a:p>
            <a:pPr algn="just" eaLnBrk="1" hangingPunct="1">
              <a:lnSpc>
                <a:spcPct val="90000"/>
              </a:lnSpc>
              <a:buSzPct val="100000"/>
              <a:defRPr/>
            </a:pPr>
            <a:endParaRPr lang="en-US" altLang="en-US" sz="1200" b="1" dirty="0">
              <a:solidFill>
                <a:schemeClr val="tx1"/>
              </a:solidFill>
              <a:latin typeface="Calibri" panose="020F0502020204030204" pitchFamily="34" charset="0"/>
            </a:endParaRPr>
          </a:p>
          <a:p>
            <a:pPr algn="just" eaLnBrk="1" hangingPunct="1">
              <a:lnSpc>
                <a:spcPct val="90000"/>
              </a:lnSpc>
              <a:buSzPct val="100000"/>
              <a:defRPr/>
            </a:pPr>
            <a:r>
              <a:rPr lang="en-US" altLang="en-US" sz="1200" b="1" dirty="0">
                <a:solidFill>
                  <a:schemeClr val="tx1"/>
                </a:solidFill>
                <a:latin typeface="Calibri" panose="020F0502020204030204" pitchFamily="34" charset="0"/>
              </a:rPr>
              <a:t>Professional Experience</a:t>
            </a:r>
          </a:p>
          <a:p>
            <a:pPr marL="20637" indent="0" eaLnBrk="1" hangingPunct="1">
              <a:lnSpc>
                <a:spcPct val="93000"/>
              </a:lnSpc>
              <a:buClr>
                <a:srgbClr val="000000"/>
              </a:buClr>
              <a:buSzPct val="100000"/>
              <a:defRPr/>
            </a:pPr>
            <a:endParaRPr lang="en-US" altLang="en-US" sz="1100" dirty="0">
              <a:solidFill>
                <a:schemeClr val="tx1"/>
              </a:solidFill>
              <a:latin typeface="Calibri" panose="020F0502020204030204" pitchFamily="34" charset="0"/>
            </a:endParaRPr>
          </a:p>
          <a:p>
            <a:pPr marL="20637" indent="0" eaLnBrk="1" hangingPunct="1">
              <a:lnSpc>
                <a:spcPct val="93000"/>
              </a:lnSpc>
              <a:buClr>
                <a:srgbClr val="000000"/>
              </a:buClr>
              <a:buSzPct val="100000"/>
              <a:defRPr/>
            </a:pPr>
            <a:r>
              <a:rPr lang="en-US" altLang="en-US" sz="1100" dirty="0">
                <a:solidFill>
                  <a:schemeClr val="tx1"/>
                </a:solidFill>
                <a:latin typeface="Calibri" panose="020F0502020204030204" pitchFamily="34" charset="0"/>
              </a:rPr>
              <a:t>20 years of experience and experienced Sr Technical Consultant with a robust background in implementing and optimizing Salesforce, SAP solutions and MuleSoft. Specializing in Quote/Lead/Order to Cash in Sales Cloud, APEX, CPQ, and Service Cloud, alongside significant expertise in SAP ECC, SAP CRM, and SAP ABAP.</a:t>
            </a:r>
          </a:p>
          <a:p>
            <a:pPr marL="20637" indent="0" eaLnBrk="1" hangingPunct="1">
              <a:lnSpc>
                <a:spcPct val="93000"/>
              </a:lnSpc>
              <a:buClr>
                <a:srgbClr val="000000"/>
              </a:buClr>
              <a:buSzPct val="100000"/>
              <a:defRPr/>
            </a:pPr>
            <a:r>
              <a:rPr lang="en-US" altLang="en-US" sz="1100" dirty="0">
                <a:solidFill>
                  <a:schemeClr val="tx1"/>
                </a:solidFill>
                <a:latin typeface="Calibri" panose="020F0502020204030204" pitchFamily="34" charset="0"/>
              </a:rPr>
              <a:t>Proven success in delivering high-impact solutions across various industries, contributing to the digital transformation of leading global organizations like Adobe, Thomson Reuters, Refinitiv, and London Stock Exchange Group (LSEG).</a:t>
            </a:r>
          </a:p>
          <a:p>
            <a:pPr marL="20637" indent="0" eaLnBrk="1" hangingPunct="1">
              <a:lnSpc>
                <a:spcPct val="93000"/>
              </a:lnSpc>
              <a:buClr>
                <a:srgbClr val="000000"/>
              </a:buClr>
              <a:buSzPct val="100000"/>
              <a:defRPr/>
            </a:pPr>
            <a:endParaRPr lang="en-US" altLang="en-US" sz="1100" dirty="0">
              <a:solidFill>
                <a:schemeClr val="tx1"/>
              </a:solidFill>
              <a:latin typeface="Calibri" panose="020F0502020204030204" pitchFamily="34" charset="0"/>
            </a:endParaRPr>
          </a:p>
          <a:p>
            <a:pPr marL="20637" indent="0" eaLnBrk="1" hangingPunct="1">
              <a:lnSpc>
                <a:spcPct val="93000"/>
              </a:lnSpc>
              <a:buClr>
                <a:srgbClr val="000000"/>
              </a:buClr>
              <a:buSzPct val="100000"/>
              <a:buFont typeface="Times New Roman" panose="02020603050405020304" pitchFamily="18" charset="0"/>
              <a:buNone/>
              <a:defRPr/>
            </a:pPr>
            <a:endParaRPr lang="en-US" altLang="en-US" sz="1200" dirty="0">
              <a:solidFill>
                <a:schemeClr val="tx1"/>
              </a:solidFill>
              <a:latin typeface="Calibri" panose="020F0502020204030204" pitchFamily="34" charset="0"/>
            </a:endParaRPr>
          </a:p>
          <a:p>
            <a:pPr marL="168275" eaLnBrk="1" hangingPunct="1">
              <a:lnSpc>
                <a:spcPct val="93000"/>
              </a:lnSpc>
              <a:buClr>
                <a:srgbClr val="000000"/>
              </a:buClr>
              <a:buSzPct val="100000"/>
              <a:buFont typeface="Arial" panose="020B0604020202020204" pitchFamily="34" charset="0"/>
              <a:buChar char="•"/>
              <a:defRPr/>
            </a:pPr>
            <a:endParaRPr lang="en-US" altLang="en-US" sz="1400" dirty="0">
              <a:solidFill>
                <a:schemeClr val="tx1"/>
              </a:solidFill>
              <a:latin typeface="Calibri" panose="020F0502020204030204" pitchFamily="34" charset="0"/>
            </a:endParaRPr>
          </a:p>
          <a:p>
            <a:pPr marL="168275" eaLnBrk="1" hangingPunct="1">
              <a:lnSpc>
                <a:spcPct val="93000"/>
              </a:lnSpc>
              <a:buClr>
                <a:srgbClr val="000000"/>
              </a:buClr>
              <a:buSzPct val="100000"/>
              <a:buFont typeface="Arial" panose="020B0604020202020204" pitchFamily="34" charset="0"/>
              <a:buChar char="•"/>
              <a:defRPr/>
            </a:pPr>
            <a:endParaRPr lang="en-US" altLang="en-US" sz="1200" dirty="0">
              <a:solidFill>
                <a:schemeClr val="tx1"/>
              </a:solidFill>
              <a:latin typeface="Calibri" panose="020F0502020204030204" pitchFamily="34" charset="0"/>
            </a:endParaRPr>
          </a:p>
          <a:p>
            <a:pPr marL="20637" indent="0" eaLnBrk="1" hangingPunct="1">
              <a:lnSpc>
                <a:spcPct val="93000"/>
              </a:lnSpc>
              <a:buClr>
                <a:srgbClr val="000000"/>
              </a:buClr>
              <a:buSzPct val="100000"/>
              <a:buFont typeface="Times New Roman" panose="02020603050405020304" pitchFamily="18" charset="0"/>
              <a:buNone/>
              <a:defRPr/>
            </a:pPr>
            <a:endParaRPr lang="en-US" altLang="en-US" sz="1200" dirty="0">
              <a:solidFill>
                <a:schemeClr val="tx1"/>
              </a:solidFill>
              <a:latin typeface="Calibri" panose="020F0502020204030204" pitchFamily="34" charset="0"/>
            </a:endParaRPr>
          </a:p>
          <a:p>
            <a:pPr marL="168275" eaLnBrk="1" hangingPunct="1">
              <a:lnSpc>
                <a:spcPct val="93000"/>
              </a:lnSpc>
              <a:buClr>
                <a:srgbClr val="000000"/>
              </a:buClr>
              <a:buSzPct val="100000"/>
              <a:buFont typeface="Arial" panose="020B0604020202020204" pitchFamily="34" charset="0"/>
              <a:buChar char="•"/>
              <a:defRPr/>
            </a:pPr>
            <a:endParaRPr lang="en-US" altLang="en-US" sz="1200" dirty="0">
              <a:solidFill>
                <a:schemeClr val="tx1"/>
              </a:solidFill>
              <a:latin typeface="Calibri" panose="020F0502020204030204" pitchFamily="34" charset="0"/>
            </a:endParaRPr>
          </a:p>
          <a:p>
            <a:pPr>
              <a:buSzPct val="100000"/>
              <a:defRPr/>
            </a:pPr>
            <a:endParaRPr lang="en-US" altLang="en-US" sz="1200" dirty="0">
              <a:solidFill>
                <a:schemeClr val="tx1"/>
              </a:solidFill>
              <a:latin typeface="Calibri" panose="020F0502020204030204" pitchFamily="34" charset="0"/>
            </a:endParaRPr>
          </a:p>
        </p:txBody>
      </p:sp>
      <p:sp>
        <p:nvSpPr>
          <p:cNvPr id="28" name="Rectangle 5">
            <a:extLst>
              <a:ext uri="{FF2B5EF4-FFF2-40B4-BE49-F238E27FC236}">
                <a16:creationId xmlns:a16="http://schemas.microsoft.com/office/drawing/2014/main" id="{96E1C5B5-9CF0-4818-877E-F86554DB897E}"/>
              </a:ext>
            </a:extLst>
          </p:cNvPr>
          <p:cNvSpPr>
            <a:spLocks noChangeArrowheads="1"/>
          </p:cNvSpPr>
          <p:nvPr/>
        </p:nvSpPr>
        <p:spPr bwMode="auto">
          <a:xfrm>
            <a:off x="79473" y="720348"/>
            <a:ext cx="535828" cy="163745"/>
          </a:xfrm>
          <a:prstGeom prst="rect">
            <a:avLst/>
          </a:prstGeom>
          <a:solidFill>
            <a:srgbClr val="4E84C4"/>
          </a:solidFill>
          <a:ln w="9360" cap="sq">
            <a:solidFill>
              <a:srgbClr val="808080"/>
            </a:solidFill>
            <a:miter lim="800000"/>
            <a:headEnd/>
            <a:tailEnd/>
          </a:ln>
        </p:spPr>
        <p:txBody>
          <a:bodyPr wrap="none" lIns="90000" tIns="46800" rIns="90000" bIns="46800" anchor="ctr"/>
          <a:lstStyle/>
          <a:p>
            <a:pPr eaLnBrk="1" hangingPunct="1">
              <a:spcBef>
                <a:spcPts val="725"/>
              </a:spcBef>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400" b="1">
                <a:solidFill>
                  <a:srgbClr val="FFFFFF"/>
                </a:solidFill>
                <a:latin typeface="Calibri" pitchFamily="32" charset="0"/>
              </a:rPr>
              <a:t>Role</a:t>
            </a:r>
            <a:endParaRPr lang="en-US" altLang="en-US" sz="1200" b="1">
              <a:solidFill>
                <a:srgbClr val="FFFFFF"/>
              </a:solidFill>
              <a:latin typeface="Calibri" pitchFamily="32" charset="0"/>
            </a:endParaRPr>
          </a:p>
        </p:txBody>
      </p:sp>
      <p:sp>
        <p:nvSpPr>
          <p:cNvPr id="29" name="Rectangle 6">
            <a:extLst>
              <a:ext uri="{FF2B5EF4-FFF2-40B4-BE49-F238E27FC236}">
                <a16:creationId xmlns:a16="http://schemas.microsoft.com/office/drawing/2014/main" id="{7359A020-2A16-4BE4-97CA-F75E9C4179FC}"/>
              </a:ext>
            </a:extLst>
          </p:cNvPr>
          <p:cNvSpPr>
            <a:spLocks noChangeArrowheads="1"/>
          </p:cNvSpPr>
          <p:nvPr/>
        </p:nvSpPr>
        <p:spPr bwMode="auto">
          <a:xfrm>
            <a:off x="616745" y="729207"/>
            <a:ext cx="1555162" cy="174026"/>
          </a:xfrm>
          <a:prstGeom prst="rect">
            <a:avLst/>
          </a:prstGeom>
          <a:solidFill>
            <a:srgbClr val="FFFFFF"/>
          </a:solidFill>
          <a:ln w="9360" cap="sq">
            <a:solidFill>
              <a:srgbClr val="808080"/>
            </a:solidFill>
            <a:miter lim="800000"/>
            <a:headEnd/>
            <a:tailEnd/>
          </a:ln>
        </p:spPr>
        <p:txBody>
          <a:bodyPr wrap="none" lIns="90000" tIns="46800" rIns="90000" bIns="46800" anchor="ctr"/>
          <a:lstStyle/>
          <a:p>
            <a:pPr>
              <a:lnSpc>
                <a:spcPct val="90000"/>
              </a:lnSpc>
              <a:spcBef>
                <a:spcPts val="725"/>
              </a:spcBef>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200" b="1" dirty="0">
                <a:solidFill>
                  <a:srgbClr val="000000"/>
                </a:solidFill>
                <a:latin typeface="Calibri" pitchFamily="32" charset="0"/>
              </a:rPr>
              <a:t>Sr Technical Consultant</a:t>
            </a:r>
          </a:p>
        </p:txBody>
      </p:sp>
      <p:sp>
        <p:nvSpPr>
          <p:cNvPr id="30" name="Rectangle 7">
            <a:extLst>
              <a:ext uri="{FF2B5EF4-FFF2-40B4-BE49-F238E27FC236}">
                <a16:creationId xmlns:a16="http://schemas.microsoft.com/office/drawing/2014/main" id="{0FFB8DFB-137F-4A4C-AF5A-58D8EFA735E4}"/>
              </a:ext>
            </a:extLst>
          </p:cNvPr>
          <p:cNvSpPr>
            <a:spLocks noChangeArrowheads="1"/>
          </p:cNvSpPr>
          <p:nvPr/>
        </p:nvSpPr>
        <p:spPr bwMode="auto">
          <a:xfrm>
            <a:off x="5118884" y="1220157"/>
            <a:ext cx="7069941" cy="5461323"/>
          </a:xfrm>
          <a:prstGeom prst="rect">
            <a:avLst/>
          </a:prstGeom>
          <a:solidFill>
            <a:srgbClr val="FFFFFF"/>
          </a:solidFill>
          <a:ln w="9360" cap="sq">
            <a:solidFill>
              <a:srgbClr val="558ED5"/>
            </a:solidFill>
            <a:round/>
            <a:headEnd/>
            <a:tailEnd/>
          </a:ln>
        </p:spPr>
        <p:txBody>
          <a:bodyPr wrap="square" lIns="90000" tIns="45000" rIns="90000" bIns="45000">
            <a:spAutoFit/>
          </a:bodyPr>
          <a:lstStyle/>
          <a:p>
            <a:pPr algn="just" eaLnBrk="1" hangingPunct="1">
              <a:lnSpc>
                <a:spcPct val="93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200" b="1" dirty="0">
                <a:solidFill>
                  <a:srgbClr val="000000"/>
                </a:solidFill>
                <a:latin typeface="Calibri" pitchFamily="32" charset="0"/>
              </a:rPr>
              <a:t>Key Engagements Delivered :</a:t>
            </a:r>
          </a:p>
          <a:p>
            <a:pPr algn="just" eaLnBrk="1" hangingPunct="1">
              <a:lnSpc>
                <a:spcPct val="93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1200" b="1" dirty="0">
              <a:solidFill>
                <a:srgbClr val="000000"/>
              </a:solidFill>
              <a:latin typeface="Calibri" pitchFamily="32" charset="0"/>
            </a:endParaRP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LSEG Transformation Program (Quote to Cash &amp; License Management), CRM and Finance system unification and migration : End to End Solution Architect on Salesforce, SAP, License Management Systems, Integration Platform for QTC transformation project.</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Responsibilities team's End to end Solution designed based on Salesforce to add lot more flexibilities with attribute-based Pricing, Automated Contract Subscription based Operations and approvals. Transformed and migrated the existing Siebel assets into Salesforce CPQ subscriptions.</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Design and Development of custom License Management modules for Multiple automated and manual fulfillment systems.</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Key projects worked in Refinitiv: - Third party portal, Genesis, GRC Migration to TRUST.</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Lead Solution designer for Refinitiv Third party portal, Fulfillment, GRC Integration projects.</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Responsibilities include providing designing alternatives and best practices, conducted collection and analysis of functional, technical, and non-functional requirements. Architect and design the trigger components framework, Common VF page framework and error Handling framework for the project.</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Lead Salesforce Technical Consultant for Adobe Territory Assignment and Compensation project. Responsibilities include auto mate the sales team assignments for Account and Opportunities, correct sales visibility, reduced error rates, accurate pipelines and comp layouts, better reporting, streamlined processes across different team's hand-off and scalability.</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Lead Salesforce Technical Consultant for Adobe for Enterprise Lead to order (ELO) Project. Responsible for creation of new processes pertaining to products, orders, entitlements and integration between SAP and Salesforce using REST and SOAP based API services and providing functional and technical documentations including solution design and process flow documentation</a:t>
            </a:r>
          </a:p>
          <a:p>
            <a:pPr marL="171450" indent="-171450">
              <a:spcAft>
                <a:spcPts val="400"/>
              </a:spcAft>
              <a:buFont typeface="Arial" panose="020B0604020202020204" pitchFamily="34" charset="0"/>
              <a:buChar char="•"/>
            </a:pPr>
            <a:r>
              <a:rPr lang="en-US" sz="1200" dirty="0">
                <a:solidFill>
                  <a:srgbClr val="000000"/>
                </a:solidFill>
                <a:latin typeface="Calibri" panose="020F0502020204030204" pitchFamily="34" charset="0"/>
              </a:rPr>
              <a:t>Senior SAP Technical Consultant for Adobe for Macromedia Data migration, SAP Upgrade projects. Responsibilities include requirements workshops, implementation plan and testing scripts, migrate the Business Partner, Registration, Contracts, and Case data from legacy systems to SAP CRM system, created new utilities for updating profit centers on open order/line items.</a:t>
            </a:r>
            <a:endParaRPr lang="en-US" sz="1200" dirty="0">
              <a:solidFill>
                <a:srgbClr val="000000"/>
              </a:solidFill>
              <a:latin typeface="Calibri" pitchFamily="32" charset="0"/>
            </a:endParaRPr>
          </a:p>
        </p:txBody>
      </p:sp>
      <p:sp>
        <p:nvSpPr>
          <p:cNvPr id="31" name="Rectangle 8">
            <a:extLst>
              <a:ext uri="{FF2B5EF4-FFF2-40B4-BE49-F238E27FC236}">
                <a16:creationId xmlns:a16="http://schemas.microsoft.com/office/drawing/2014/main" id="{CB788E3C-9989-4C6E-AECE-50DD0AC1E761}"/>
              </a:ext>
            </a:extLst>
          </p:cNvPr>
          <p:cNvSpPr>
            <a:spLocks noChangeArrowheads="1"/>
          </p:cNvSpPr>
          <p:nvPr/>
        </p:nvSpPr>
        <p:spPr bwMode="auto">
          <a:xfrm>
            <a:off x="15473" y="58097"/>
            <a:ext cx="6094413" cy="666750"/>
          </a:xfrm>
          <a:prstGeom prst="rect">
            <a:avLst/>
          </a:prstGeom>
          <a:noFill/>
          <a:ln w="9525">
            <a:noFill/>
            <a:round/>
            <a:headEnd/>
            <a:tailEnd/>
          </a:ln>
        </p:spPr>
        <p:txBody>
          <a:bodyPr lIns="90000" tIns="46800" rIns="90000" bIns="46800" anchor="ctr"/>
          <a:lstStyle/>
          <a:p>
            <a:pPr eaLnBrk="1" hangingPunct="1">
              <a:lnSpc>
                <a:spcPct val="102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en-US" altLang="en-US" sz="2000" b="1" dirty="0">
              <a:solidFill>
                <a:srgbClr val="FFFFFF"/>
              </a:solidFill>
              <a:latin typeface="Calibri" pitchFamily="32" charset="0"/>
            </a:endParaRPr>
          </a:p>
          <a:p>
            <a:pPr eaLnBrk="1" hangingPunct="1">
              <a:lnSpc>
                <a:spcPct val="102000"/>
              </a:lnSpc>
              <a:buSzPct val="1000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000" b="1" dirty="0">
                <a:solidFill>
                  <a:srgbClr val="FFFFFF"/>
                </a:solidFill>
                <a:latin typeface="Calibri" pitchFamily="32" charset="0"/>
              </a:rPr>
              <a:t> Suresh Narra</a:t>
            </a:r>
          </a:p>
          <a:p>
            <a:pPr>
              <a:buClr>
                <a:srgbClr val="000000"/>
              </a:buClr>
              <a:buSzPct val="100000"/>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200" b="1" dirty="0">
                <a:solidFill>
                  <a:srgbClr val="FFFFFF"/>
                </a:solidFill>
                <a:latin typeface="Calibri" pitchFamily="32" charset="0"/>
              </a:rPr>
              <a:t> Ph- +44-7448623159</a:t>
            </a:r>
          </a:p>
          <a:p>
            <a:pPr>
              <a:buClr>
                <a:srgbClr val="000000"/>
              </a:buClr>
              <a:buSzPct val="100000"/>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200" dirty="0">
                <a:solidFill>
                  <a:srgbClr val="FFFFFF"/>
                </a:solidFill>
                <a:latin typeface="Myriad Pro" charset="0"/>
              </a:rPr>
              <a:t>	</a:t>
            </a:r>
            <a:br>
              <a:rPr lang="en-US" altLang="en-US" sz="1200" dirty="0">
                <a:solidFill>
                  <a:srgbClr val="FFFFFF"/>
                </a:solidFill>
                <a:latin typeface="Myriad Pro" charset="0"/>
              </a:rPr>
            </a:br>
            <a:endParaRPr lang="en-US" altLang="en-US" sz="1200" dirty="0">
              <a:solidFill>
                <a:srgbClr val="FFFFFF"/>
              </a:solidFill>
              <a:latin typeface="Myriad Pro" charset="0"/>
            </a:endParaRPr>
          </a:p>
        </p:txBody>
      </p:sp>
      <p:pic>
        <p:nvPicPr>
          <p:cNvPr id="32" name="Picture 20">
            <a:extLst>
              <a:ext uri="{FF2B5EF4-FFF2-40B4-BE49-F238E27FC236}">
                <a16:creationId xmlns:a16="http://schemas.microsoft.com/office/drawing/2014/main" id="{FC985D57-BCEC-40CA-A07B-56E13E3375E8}"/>
              </a:ext>
            </a:extLst>
          </p:cNvPr>
          <p:cNvPicPr>
            <a:picLocks noChangeAspect="1" noChangeArrowheads="1"/>
          </p:cNvPicPr>
          <p:nvPr/>
        </p:nvPicPr>
        <p:blipFill>
          <a:blip r:embed="rId2" cstate="print"/>
          <a:srcRect/>
          <a:stretch>
            <a:fillRect/>
          </a:stretch>
        </p:blipFill>
        <p:spPr bwMode="auto">
          <a:xfrm>
            <a:off x="5488959" y="108431"/>
            <a:ext cx="1021287" cy="621985"/>
          </a:xfrm>
          <a:prstGeom prst="rect">
            <a:avLst/>
          </a:prstGeom>
          <a:noFill/>
          <a:ln w="9525">
            <a:noFill/>
            <a:miter lim="800000"/>
            <a:headEnd/>
            <a:tailEnd/>
          </a:ln>
        </p:spPr>
      </p:pic>
      <p:pic>
        <p:nvPicPr>
          <p:cNvPr id="33" name="Picture 32">
            <a:extLst>
              <a:ext uri="{FF2B5EF4-FFF2-40B4-BE49-F238E27FC236}">
                <a16:creationId xmlns:a16="http://schemas.microsoft.com/office/drawing/2014/main" id="{0ADDCA9D-1B5E-47D7-98B2-96059920012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30889" y="108431"/>
            <a:ext cx="1028788" cy="588869"/>
          </a:xfrm>
          <a:prstGeom prst="rect">
            <a:avLst/>
          </a:prstGeom>
        </p:spPr>
      </p:pic>
      <p:pic>
        <p:nvPicPr>
          <p:cNvPr id="34" name="Picture 6" descr="Image result for APTTUS CERTIFICATION badges">
            <a:extLst>
              <a:ext uri="{FF2B5EF4-FFF2-40B4-BE49-F238E27FC236}">
                <a16:creationId xmlns:a16="http://schemas.microsoft.com/office/drawing/2014/main" id="{C8701C2F-8AD0-4181-BD65-E9442233AA0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16152" y="79462"/>
            <a:ext cx="633827" cy="769042"/>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8" descr="Image result for APTTUS CPQ LEVE2">
            <a:extLst>
              <a:ext uri="{FF2B5EF4-FFF2-40B4-BE49-F238E27FC236}">
                <a16:creationId xmlns:a16="http://schemas.microsoft.com/office/drawing/2014/main" id="{6A9CCB71-0940-48B5-81C1-B0750AFE8EC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82295" y="126657"/>
            <a:ext cx="1148187" cy="60279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10" descr="Badges Image">
            <a:extLst>
              <a:ext uri="{FF2B5EF4-FFF2-40B4-BE49-F238E27FC236}">
                <a16:creationId xmlns:a16="http://schemas.microsoft.com/office/drawing/2014/main" id="{1936043D-6391-41BA-AE78-9575D429497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77520" y="65647"/>
            <a:ext cx="633828" cy="771382"/>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18" descr="Image result for sap">
            <a:extLst>
              <a:ext uri="{FF2B5EF4-FFF2-40B4-BE49-F238E27FC236}">
                <a16:creationId xmlns:a16="http://schemas.microsoft.com/office/drawing/2014/main" id="{4A2BB8B8-B7A5-417A-B3F3-E75C7E9EA039}"/>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448295" y="160006"/>
            <a:ext cx="952386" cy="485717"/>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20" descr="Image result for vistex certification">
            <a:extLst>
              <a:ext uri="{FF2B5EF4-FFF2-40B4-BE49-F238E27FC236}">
                <a16:creationId xmlns:a16="http://schemas.microsoft.com/office/drawing/2014/main" id="{7C7395BD-F49B-461E-AC6D-62CF3626725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545926" y="160006"/>
            <a:ext cx="681200" cy="425750"/>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D60FC0E2-460E-4224-B0FC-8696ADD69CA0}"/>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flipH="1">
            <a:off x="11350636" y="160676"/>
            <a:ext cx="761891" cy="589275"/>
          </a:xfrm>
          <a:prstGeom prst="rect">
            <a:avLst/>
          </a:prstGeom>
        </p:spPr>
      </p:pic>
      <p:pic>
        <p:nvPicPr>
          <p:cNvPr id="40" name="Picture 4" descr="https://tse4.mm.bing.net/th?id=OIP.HJK7NGMFo7KnHAIZ94xIQwAAAA&amp;pid=Api&amp;P=0&amp;w=333&amp;h=191">
            <a:extLst>
              <a:ext uri="{FF2B5EF4-FFF2-40B4-BE49-F238E27FC236}">
                <a16:creationId xmlns:a16="http://schemas.microsoft.com/office/drawing/2014/main" id="{B2063E3F-C2CE-4D20-8C29-321C048BB7CB}"/>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363108" y="108431"/>
            <a:ext cx="1038499" cy="595656"/>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0" descr="A person in a suit&#10;&#10;Description automatically generated with low confidence">
            <a:extLst>
              <a:ext uri="{FF2B5EF4-FFF2-40B4-BE49-F238E27FC236}">
                <a16:creationId xmlns:a16="http://schemas.microsoft.com/office/drawing/2014/main" id="{4278FD1D-14EA-4DD9-A9AA-06EBE1C013ED}"/>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207380" y="22226"/>
            <a:ext cx="927430" cy="929748"/>
          </a:xfrm>
          <a:prstGeom prst="rect">
            <a:avLst/>
          </a:prstGeom>
        </p:spPr>
      </p:pic>
    </p:spTree>
    <p:extLst>
      <p:ext uri="{BB962C8B-B14F-4D97-AF65-F5344CB8AC3E}">
        <p14:creationId xmlns:p14="http://schemas.microsoft.com/office/powerpoint/2010/main" val="12385610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565</Words>
  <Application>Microsoft Office PowerPoint</Application>
  <PresentationFormat>Widescreen</PresentationFormat>
  <Paragraphs>45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Calibri Light</vt:lpstr>
      <vt:lpstr>Myriad Pro</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Suresh Narra</dc:creator>
  <cp:lastModifiedBy>Narra, Suresh (External)</cp:lastModifiedBy>
  <cp:revision>3</cp:revision>
  <dcterms:created xsi:type="dcterms:W3CDTF">2022-05-09T14:38:21Z</dcterms:created>
  <dcterms:modified xsi:type="dcterms:W3CDTF">2025-01-22T17:09:37Z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6ffedc7-8dd7-4346-b906-eaa072ee5258_Enabled">
    <vt:lpwstr>true</vt:lpwstr>
  </property>
  <property fmtid="{D5CDD505-2E9C-101B-9397-08002B2CF9AE}" pid="3" name="MSIP_Label_16ffedc7-8dd7-4346-b906-eaa072ee5258_SetDate">
    <vt:lpwstr>2025-01-22T17:09:37Z</vt:lpwstr>
  </property>
  <property fmtid="{D5CDD505-2E9C-101B-9397-08002B2CF9AE}" pid="4" name="MSIP_Label_16ffedc7-8dd7-4346-b906-eaa072ee5258_Method">
    <vt:lpwstr>Standard</vt:lpwstr>
  </property>
  <property fmtid="{D5CDD505-2E9C-101B-9397-08002B2CF9AE}" pid="5" name="MSIP_Label_16ffedc7-8dd7-4346-b906-eaa072ee5258_Name">
    <vt:lpwstr>Corporate</vt:lpwstr>
  </property>
  <property fmtid="{D5CDD505-2E9C-101B-9397-08002B2CF9AE}" pid="6" name="MSIP_Label_16ffedc7-8dd7-4346-b906-eaa072ee5258_SiteId">
    <vt:lpwstr>287e9f0e-91ec-4cf0-b7a4-c63898072181</vt:lpwstr>
  </property>
  <property fmtid="{D5CDD505-2E9C-101B-9397-08002B2CF9AE}" pid="7" name="MSIP_Label_16ffedc7-8dd7-4346-b906-eaa072ee5258_ActionId">
    <vt:lpwstr>9d625b0c-abcd-4ed8-abc6-8eb975d49fa7</vt:lpwstr>
  </property>
  <property fmtid="{D5CDD505-2E9C-101B-9397-08002B2CF9AE}" pid="8" name="MSIP_Label_16ffedc7-8dd7-4346-b906-eaa072ee5258_ContentBits">
    <vt:lpwstr>1</vt:lpwstr>
  </property>
</Properties>
</file>